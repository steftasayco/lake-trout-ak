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987"/>
    <p:restoredTop sz="94660"/>
  </p:normalViewPr>
  <p:slideViewPr>
    <p:cSldViewPr snapToGrid="0">
      <p:cViewPr varScale="1">
        <p:scale>
          <a:sx d="100" n="82"/>
          <a:sy d="100" n="82"/>
        </p:scale>
        <p:origin x="846" y="8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12" Type="http://schemas.microsoft.com/office/2016/11/relationships/changesInfo" Target="changesInfos/changesInfo1.xml" /><Relationship Id="rId1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3" Type="http://schemas.microsoft.com/office/2015/10/relationships/revisionInfo" Target="revisionInfo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5693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2080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24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7474-823B-48E8-A178-386E6D02D7F9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93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90794"/>
            <a:ext cx="10241280" cy="39593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1D2B2-B7EA-75B2-AE5E-F6BE0D43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4B8F-CE2D-424D-AF0A-C48024A68703}" type="datetime2">
              <a:rPr lang="en-US" smtClean="0"/>
              <a:t>Saturday, March 14, 2026</a:t>
            </a:fld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1C7C6-AF6C-E40A-94F6-1C001C18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0615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5F7C-483B-45C6-BFC8-E460EFA96477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4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CF0B-5C8B-4F90-8DBC-1FCCD310983A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3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7738-C0D5-4388-9F52-0B359ED750B3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7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62429-2491-4ED4-A083-0B70E5B2B9FF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5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963C-D443-40F4-97CC-8FE4DEBBB582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0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8" y="41221"/>
            <a:ext cx="5243885" cy="1894511"/>
          </a:xfrm>
        </p:spPr>
        <p:txBody>
          <a:bodyPr anchor="b"/>
          <a:lstStyle>
            <a:lvl1pPr algn="ctr"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0944" y="271806"/>
            <a:ext cx="6050943" cy="58198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8518" y="2115047"/>
            <a:ext cx="5243885" cy="37460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85B7-E7DB-4BA4-A3F5-C5FE55B08F95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5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9A0C2-0448-4687-AEE4-71847FB40C42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0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246E-588A-4761-B86F-31A92ABCD4D5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3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9734-38C9-4A1D-A001-D47FFEDBBFBF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738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flipH="1" rot="10800000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anchor="b" bIns="0" lIns="0" rIns="0" rtlCol="0" tIns="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bIns="0" lIns="0" rIns="0" rtlCol="0" tIns="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aseline="0" cap="all" spc="300" sz="800">
                <a:solidFill>
                  <a:srgbClr val="FFFFFF"/>
                </a:solidFill>
              </a:defRPr>
            </a:lvl1pPr>
          </a:lstStyle>
          <a:p>
            <a:fld id="{A6D14B8F-CE2D-424D-AF0A-C48024A68703}" type="datetime2">
              <a:rPr lang="en-US" smtClean="0"/>
              <a:t>Saturday, March 14, 2026</a:t>
            </a:fld>
            <a:endParaRPr cap="all"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1" sz="800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dirty="0" lang="en-US" sz="800"/>
          </a:p>
        </p:txBody>
      </p:sp>
    </p:spTree>
    <p:extLst>
      <p:ext uri="{BB962C8B-B14F-4D97-AF65-F5344CB8AC3E}">
        <p14:creationId xmlns:p14="http://schemas.microsoft.com/office/powerpoint/2010/main" val="408236630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lvl1pPr algn="l" defTabSz="914400" eaLnBrk="1" hangingPunct="1" latinLnBrk="0" rtl="0">
        <a:lnSpc>
          <a:spcPct val="100000"/>
        </a:lnSpc>
        <a:spcBef>
          <a:spcPct val="0"/>
        </a:spcBef>
        <a:buNone/>
        <a:defRPr b="1" baseline="0" cap="all" i="0" kern="1200" spc="700" sz="3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20000"/>
        </a:lnSpc>
        <a:spcBef>
          <a:spcPts val="10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2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2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20000"/>
        </a:lnSpc>
        <a:spcBef>
          <a:spcPts val="500"/>
        </a:spcBef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20000"/>
        </a:lnSpc>
        <a:spcBef>
          <a:spcPts val="500"/>
        </a:spcBef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3.xml" /><Relationship Id="rId4" Type="http://schemas.openxmlformats.org/officeDocument/2006/relationships/slide" Target="slide4.xml" /><Relationship Id="rId5" Type="http://schemas.openxmlformats.org/officeDocument/2006/relationships/slide" Target="slide5.xml" /><Relationship Id="rId6" Type="http://schemas.openxmlformats.org/officeDocument/2006/relationships/slide" Target="slide6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tefTasayco/Lake-Trout-AK.git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n.wikipedia.org/wiki/Von_Bertalanffy_function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5693"/>
            <a:ext cx="9144000" cy="2478024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Stef’s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72080"/>
            <a:ext cx="9144000" cy="143560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March 9 - March 14</a:t>
            </a:r>
            <a:br/>
            <a:b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Code Accessibility</a:t>
            </a:r>
          </a:p>
          <a:p>
            <a:pPr lvl="1"/>
            <a:r>
              <a:rPr u="sng">
                <a:hlinkClick r:id="rId3" action="ppaction://hlinksldjump"/>
              </a:rPr>
              <a:t>Working on GitHub to keep everything in one place</a:t>
            </a:r>
          </a:p>
          <a:p>
            <a:pPr lvl="0"/>
            <a:r>
              <a:rPr>
                <a:hlinkClick r:id="rId4" action="ppaction://hlinksldjump"/>
              </a:rPr>
              <a:t>Lake Trout Age-Weight</a:t>
            </a:r>
          </a:p>
          <a:p>
            <a:pPr lvl="0"/>
            <a:r>
              <a:rPr>
                <a:hlinkClick r:id="rId5" action="ppaction://hlinksldjump"/>
              </a:rPr>
              <a:t>Data</a:t>
            </a:r>
          </a:p>
          <a:p>
            <a:pPr lvl="1"/>
          </a:p>
          <a:p>
            <a:pPr lvl="0"/>
            <a:r>
              <a:rPr>
                <a:hlinkClick r:id="rId6" action="ppaction://hlinksldjump"/>
              </a:rPr>
              <a:t>References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dirty="0" lang="en-US" sz="800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Code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 u="sng"/>
              <a:t>Working on GitHub to keep everything in one place</a:t>
            </a:r>
          </a:p>
          <a:p>
            <a:pPr lvl="0"/>
            <a:r>
              <a:rPr/>
              <a:t>Using R version 4.5.2 (2025-10-31 ucrt).</a:t>
            </a:r>
          </a:p>
          <a:p>
            <a:pPr lvl="1"/>
            <a:r>
              <a:rPr/>
              <a:t>Quarto is being used to create slides. This way, the R code for all plots in this presentation can be accessed at all times. The code is embedded in the pptx file, but they are not shown (see below).</a:t>
            </a:r>
          </a:p>
          <a:p>
            <a:pPr lvl="0"/>
            <a:r>
              <a:rPr/>
              <a:t>View the code and download the data used for this presentation in the GitHub repository: </a:t>
            </a:r>
            <a:r>
              <a:rPr>
                <a:hlinkClick r:id="rId2"/>
              </a:rPr>
              <a:t>https://github.com/StefTasayco/Lake-Trout-AK.git</a:t>
            </a:r>
          </a:p>
          <a:p>
            <a:pPr lvl="1"/>
            <a:r>
              <a:rPr/>
              <a:t>The file name is “Age-weight.qmd”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dirty="0" lang="en-US" sz="800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Lake Trout Age-Weight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Boxplots of weight at age</a:t>
            </a:r>
            <a:r>
              <a:rPr/>
              <a:t> capture the range of possible model input values.</a:t>
            </a:r>
          </a:p>
          <a:p>
            <a:pPr lvl="0" indent="0" marL="0">
              <a:buNone/>
            </a:pPr>
            <a:r>
              <a:rPr/>
              <a:t>This analysis contributes to the approach that we discussed during the last Lake Trout team meeting where:</a:t>
            </a:r>
          </a:p>
          <a:p>
            <a:pPr lvl="0"/>
            <a:r>
              <a:rPr/>
              <a:t>We pick an age that has robust data (10, 20, 30).</a:t>
            </a:r>
          </a:p>
          <a:p>
            <a:pPr lvl="1"/>
            <a:r>
              <a:rPr/>
              <a:t>Lake trout follow the </a:t>
            </a:r>
            <a:r>
              <a:rPr>
                <a:hlinkClick r:id="rId2"/>
              </a:rPr>
              <a:t>von Bertalanffy growth model</a:t>
            </a:r>
            <a:r>
              <a:rPr/>
              <a:t> (VBGM). aka their growth should plateau as they grow older.</a:t>
            </a:r>
          </a:p>
          <a:p>
            <a:pPr lvl="1"/>
            <a:r>
              <a:rPr/>
              <a:t>Therefore, we expect that age 10 lake trout will have a higher growth and consumption rate than age 30 lake trout.</a:t>
            </a:r>
          </a:p>
          <a:p>
            <a:pPr lvl="0"/>
            <a:r>
              <a:rPr/>
              <a:t>Create design profile (one per age) using median and quartile weights. Run names for this design profile are shown in Table 1.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dirty="0" lang="en-US" sz="800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dirty="0" lang="en-US" sz="800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dirty="0" lang="en-US" sz="800"/>
          </a:p>
        </p:txBody>
      </p:sp>
    </p:spTree>
  </p:cSld>
</p:sld>
</file>

<file path=ppt/theme/theme1.xml><?xml version="1.0" encoding="utf-8"?>
<a:theme xmlns:a="http://schemas.openxmlformats.org/drawingml/2006/main" name="my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 rise</Template>
  <TotalTime>27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mytemplate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Stef’s Updates</dc:title>
  <dc:creator/>
  <cp:keywords/>
  <dcterms:created xsi:type="dcterms:W3CDTF">2026-03-15T04:43:32Z</dcterms:created>
  <dcterms:modified xsi:type="dcterms:W3CDTF">2026-03-15T04:43:32Z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references.bib</vt:lpwstr>
  </property>
  <property fmtid="{D5CDD505-2E9C-101B-9397-08002B2CF9AE}" pid="4" name="crossref">
    <vt:lpwstr/>
  </property>
  <property fmtid="{D5CDD505-2E9C-101B-9397-08002B2CF9AE}" pid="5" name="date">
    <vt:lpwstr>2026-03-14</vt:lpwstr>
  </property>
  <property fmtid="{D5CDD505-2E9C-101B-9397-08002B2CF9AE}" pid="6" name="editor">
    <vt:lpwstr>source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subtitle">
    <vt:lpwstr>March 9 - March 14</vt:lpwstr>
  </property>
  <property fmtid="{D5CDD505-2E9C-101B-9397-08002B2CF9AE}" pid="13" name="toc-title">
    <vt:lpwstr>Table of contents</vt:lpwstr>
  </property>
</Properties>
</file>