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A6B5CB-5FCA-4505-9C30-BB64B3BC592E}" v="14" dt="2026-03-16T04:04:24.5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64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nia Tasayco" userId="072a22e4-2104-4c8c-b416-a8e6a0e1c0b9" providerId="ADAL" clId="{4D11E0C6-27F8-4F56-86FF-F439AAE3AE4B}"/>
    <pc:docChg chg="undo custSel addSld delSld modSld addMainMaster delMainMaster modMainMaster">
      <pc:chgData name="Stefannia Tasayco" userId="072a22e4-2104-4c8c-b416-a8e6a0e1c0b9" providerId="ADAL" clId="{4D11E0C6-27F8-4F56-86FF-F439AAE3AE4B}" dt="2026-03-16T04:11:06.027" v="528" actId="1035"/>
      <pc:docMkLst>
        <pc:docMk/>
      </pc:docMkLst>
      <pc:sldChg chg="addSp delSp modSp mod chgLayout">
        <pc:chgData name="Stefannia Tasayco" userId="072a22e4-2104-4c8c-b416-a8e6a0e1c0b9" providerId="ADAL" clId="{4D11E0C6-27F8-4F56-86FF-F439AAE3AE4B}" dt="2026-03-15T01:00:21.592" v="259" actId="700"/>
        <pc:sldMkLst>
          <pc:docMk/>
          <pc:sldMk cId="2884042271" sldId="256"/>
        </pc:sldMkLst>
        <pc:spChg chg="del">
          <ac:chgData name="Stefannia Tasayco" userId="072a22e4-2104-4c8c-b416-a8e6a0e1c0b9" providerId="ADAL" clId="{4D11E0C6-27F8-4F56-86FF-F439AAE3AE4B}" dt="2026-03-15T00:34:11.913" v="0" actId="6264"/>
          <ac:spMkLst>
            <pc:docMk/>
            <pc:sldMk cId="2884042271" sldId="256"/>
            <ac:spMk id="2" creationId="{C0B7044F-2A43-EBA8-B3FA-60DE91B5388E}"/>
          </ac:spMkLst>
        </pc:spChg>
        <pc:spChg chg="del">
          <ac:chgData name="Stefannia Tasayco" userId="072a22e4-2104-4c8c-b416-a8e6a0e1c0b9" providerId="ADAL" clId="{4D11E0C6-27F8-4F56-86FF-F439AAE3AE4B}" dt="2026-03-15T00:34:11.913" v="0" actId="6264"/>
          <ac:spMkLst>
            <pc:docMk/>
            <pc:sldMk cId="2884042271" sldId="256"/>
            <ac:spMk id="3" creationId="{7669597E-FB01-3EAE-4302-E094B92579A5}"/>
          </ac:spMkLst>
        </pc:spChg>
        <pc:spChg chg="add del mod ord">
          <ac:chgData name="Stefannia Tasayco" userId="072a22e4-2104-4c8c-b416-a8e6a0e1c0b9" providerId="ADAL" clId="{4D11E0C6-27F8-4F56-86FF-F439AAE3AE4B}" dt="2026-03-15T00:34:12.988" v="1" actId="6264"/>
          <ac:spMkLst>
            <pc:docMk/>
            <pc:sldMk cId="2884042271" sldId="256"/>
            <ac:spMk id="4" creationId="{38BDA14F-A663-2EAF-0039-3CA3474A75C4}"/>
          </ac:spMkLst>
        </pc:spChg>
        <pc:spChg chg="add del mod ord">
          <ac:chgData name="Stefannia Tasayco" userId="072a22e4-2104-4c8c-b416-a8e6a0e1c0b9" providerId="ADAL" clId="{4D11E0C6-27F8-4F56-86FF-F439AAE3AE4B}" dt="2026-03-15T00:34:12.988" v="1" actId="6264"/>
          <ac:spMkLst>
            <pc:docMk/>
            <pc:sldMk cId="2884042271" sldId="256"/>
            <ac:spMk id="5" creationId="{8FAE2EB5-31CE-67A2-B407-E65201598ACC}"/>
          </ac:spMkLst>
        </pc:spChg>
        <pc:spChg chg="add del mod ord">
          <ac:chgData name="Stefannia Tasayco" userId="072a22e4-2104-4c8c-b416-a8e6a0e1c0b9" providerId="ADAL" clId="{4D11E0C6-27F8-4F56-86FF-F439AAE3AE4B}" dt="2026-03-15T01:00:21.592" v="259" actId="700"/>
          <ac:spMkLst>
            <pc:docMk/>
            <pc:sldMk cId="2884042271" sldId="256"/>
            <ac:spMk id="6" creationId="{A0F9E788-6B5B-8BFC-F2AE-B31A2290279C}"/>
          </ac:spMkLst>
        </pc:spChg>
        <pc:spChg chg="add del mod ord">
          <ac:chgData name="Stefannia Tasayco" userId="072a22e4-2104-4c8c-b416-a8e6a0e1c0b9" providerId="ADAL" clId="{4D11E0C6-27F8-4F56-86FF-F439AAE3AE4B}" dt="2026-03-15T01:00:21.592" v="259" actId="700"/>
          <ac:spMkLst>
            <pc:docMk/>
            <pc:sldMk cId="2884042271" sldId="256"/>
            <ac:spMk id="7" creationId="{A39F0B3D-22F9-7445-12EF-6900A4CA3766}"/>
          </ac:spMkLst>
        </pc:spChg>
        <pc:spChg chg="mod ord">
          <ac:chgData name="Stefannia Tasayco" userId="072a22e4-2104-4c8c-b416-a8e6a0e1c0b9" providerId="ADAL" clId="{4D11E0C6-27F8-4F56-86FF-F439AAE3AE4B}" dt="2026-03-15T01:00:21.592" v="259" actId="700"/>
          <ac:spMkLst>
            <pc:docMk/>
            <pc:sldMk cId="2884042271" sldId="256"/>
            <ac:spMk id="8" creationId="{950D8F4B-56F8-BF86-93EA-A77806533DCD}"/>
          </ac:spMkLst>
        </pc:spChg>
        <pc:spChg chg="add mod ord">
          <ac:chgData name="Stefannia Tasayco" userId="072a22e4-2104-4c8c-b416-a8e6a0e1c0b9" providerId="ADAL" clId="{4D11E0C6-27F8-4F56-86FF-F439AAE3AE4B}" dt="2026-03-15T01:00:21.592" v="259" actId="700"/>
          <ac:spMkLst>
            <pc:docMk/>
            <pc:sldMk cId="2884042271" sldId="256"/>
            <ac:spMk id="9" creationId="{96B142AE-7D78-1C40-8937-DDFF57E12E9C}"/>
          </ac:spMkLst>
        </pc:spChg>
        <pc:spChg chg="add mod ord">
          <ac:chgData name="Stefannia Tasayco" userId="072a22e4-2104-4c8c-b416-a8e6a0e1c0b9" providerId="ADAL" clId="{4D11E0C6-27F8-4F56-86FF-F439AAE3AE4B}" dt="2026-03-15T01:00:21.592" v="259" actId="700"/>
          <ac:spMkLst>
            <pc:docMk/>
            <pc:sldMk cId="2884042271" sldId="256"/>
            <ac:spMk id="10" creationId="{D6739B41-1797-875D-104E-395C3B18F115}"/>
          </ac:spMkLst>
        </pc:spChg>
      </pc:sldChg>
      <pc:sldChg chg="new del">
        <pc:chgData name="Stefannia Tasayco" userId="072a22e4-2104-4c8c-b416-a8e6a0e1c0b9" providerId="ADAL" clId="{4D11E0C6-27F8-4F56-86FF-F439AAE3AE4B}" dt="2026-03-15T00:59:39.688" v="257" actId="47"/>
        <pc:sldMkLst>
          <pc:docMk/>
          <pc:sldMk cId="4239610698" sldId="257"/>
        </pc:sldMkLst>
      </pc:sldChg>
      <pc:sldChg chg="new del">
        <pc:chgData name="Stefannia Tasayco" userId="072a22e4-2104-4c8c-b416-a8e6a0e1c0b9" providerId="ADAL" clId="{4D11E0C6-27F8-4F56-86FF-F439AAE3AE4B}" dt="2026-03-15T01:00:31.270" v="260" actId="47"/>
        <pc:sldMkLst>
          <pc:docMk/>
          <pc:sldMk cId="3376759953" sldId="258"/>
        </pc:sldMkLst>
      </pc:sldChg>
      <pc:sldMasterChg chg="addSp mod modSldLayout">
        <pc:chgData name="Stefannia Tasayco" userId="072a22e4-2104-4c8c-b416-a8e6a0e1c0b9" providerId="ADAL" clId="{4D11E0C6-27F8-4F56-86FF-F439AAE3AE4B}" dt="2026-03-16T04:11:06.027" v="528" actId="1035"/>
        <pc:sldMasterMkLst>
          <pc:docMk/>
          <pc:sldMasterMk cId="4082366308" sldId="2147483648"/>
        </pc:sldMasterMkLst>
        <pc:spChg chg="add">
          <ac:chgData name="Stefannia Tasayco" userId="072a22e4-2104-4c8c-b416-a8e6a0e1c0b9" providerId="ADAL" clId="{4D11E0C6-27F8-4F56-86FF-F439AAE3AE4B}" dt="2026-03-15T00:52:28.182" v="66"/>
          <ac:spMkLst>
            <pc:docMk/>
            <pc:sldMasterMk cId="4082366308" sldId="2147483648"/>
            <ac:spMk id="4" creationId="{D85B5247-D236-462B-BCE0-2A24DF75B085}"/>
          </ac:spMkLst>
        </pc:spChg>
        <pc:sldLayoutChg chg="addSp delSp modSp mod">
          <pc:chgData name="Stefannia Tasayco" userId="072a22e4-2104-4c8c-b416-a8e6a0e1c0b9" providerId="ADAL" clId="{4D11E0C6-27F8-4F56-86FF-F439AAE3AE4B}" dt="2026-03-15T01:06:57.259" v="300" actId="1036"/>
          <pc:sldLayoutMkLst>
            <pc:docMk/>
            <pc:sldMasterMk cId="4082366308" sldId="2147483648"/>
            <pc:sldLayoutMk cId="2792939452" sldId="2147483649"/>
          </pc:sldLayoutMkLst>
          <pc:spChg chg="mod">
            <ac:chgData name="Stefannia Tasayco" userId="072a22e4-2104-4c8c-b416-a8e6a0e1c0b9" providerId="ADAL" clId="{4D11E0C6-27F8-4F56-86FF-F439AAE3AE4B}" dt="2026-03-15T01:06:57.259" v="300" actId="1036"/>
            <ac:spMkLst>
              <pc:docMk/>
              <pc:sldMasterMk cId="4082366308" sldId="2147483648"/>
              <pc:sldLayoutMk cId="2792939452" sldId="2147483649"/>
              <ac:spMk id="2" creationId="{47B674CB-3709-4ACF-BB61-29ADEA3D41BE}"/>
            </ac:spMkLst>
          </pc:spChg>
          <pc:spChg chg="mod">
            <ac:chgData name="Stefannia Tasayco" userId="072a22e4-2104-4c8c-b416-a8e6a0e1c0b9" providerId="ADAL" clId="{4D11E0C6-27F8-4F56-86FF-F439AAE3AE4B}" dt="2026-03-15T01:06:57.259" v="300" actId="1036"/>
            <ac:spMkLst>
              <pc:docMk/>
              <pc:sldMasterMk cId="4082366308" sldId="2147483648"/>
              <pc:sldLayoutMk cId="2792939452" sldId="2147483649"/>
              <ac:spMk id="3" creationId="{E06DA6BE-9B64-48FC-92D1-EF0D426A3974}"/>
            </ac:spMkLst>
          </pc:spChg>
          <pc:spChg chg="add del mod">
            <ac:chgData name="Stefannia Tasayco" userId="072a22e4-2104-4c8c-b416-a8e6a0e1c0b9" providerId="ADAL" clId="{4D11E0C6-27F8-4F56-86FF-F439AAE3AE4B}" dt="2026-03-15T00:52:28.182" v="66"/>
            <ac:spMkLst>
              <pc:docMk/>
              <pc:sldMasterMk cId="4082366308" sldId="2147483648"/>
              <pc:sldLayoutMk cId="2792939452" sldId="2147483649"/>
              <ac:spMk id="4" creationId="{B083AE59-8E21-449F-86DA-5BE297010864}"/>
            </ac:spMkLst>
          </pc:spChg>
        </pc:sldLayoutChg>
        <pc:sldLayoutChg chg="addSp delSp modSp mod">
          <pc:chgData name="Stefannia Tasayco" userId="072a22e4-2104-4c8c-b416-a8e6a0e1c0b9" providerId="ADAL" clId="{4D11E0C6-27F8-4F56-86FF-F439AAE3AE4B}" dt="2026-03-15T01:16:05.338" v="331" actId="1036"/>
          <pc:sldLayoutMkLst>
            <pc:docMk/>
            <pc:sldMasterMk cId="4082366308" sldId="2147483648"/>
            <pc:sldLayoutMk cId="1906150733" sldId="2147483650"/>
          </pc:sldLayoutMkLst>
          <pc:spChg chg="mod">
            <ac:chgData name="Stefannia Tasayco" userId="072a22e4-2104-4c8c-b416-a8e6a0e1c0b9" providerId="ADAL" clId="{4D11E0C6-27F8-4F56-86FF-F439AAE3AE4B}" dt="2026-03-15T01:16:05.338" v="331" actId="1036"/>
            <ac:spMkLst>
              <pc:docMk/>
              <pc:sldMasterMk cId="4082366308" sldId="2147483648"/>
              <pc:sldLayoutMk cId="1906150733" sldId="2147483650"/>
              <ac:spMk id="2" creationId="{CAFE0F35-0AE7-48AB-9005-F1DB4BD0B473}"/>
            </ac:spMkLst>
          </pc:spChg>
          <pc:spChg chg="mod">
            <ac:chgData name="Stefannia Tasayco" userId="072a22e4-2104-4c8c-b416-a8e6a0e1c0b9" providerId="ADAL" clId="{4D11E0C6-27F8-4F56-86FF-F439AAE3AE4B}" dt="2026-03-15T01:15:58.720" v="321" actId="1036"/>
            <ac:spMkLst>
              <pc:docMk/>
              <pc:sldMasterMk cId="4082366308" sldId="2147483648"/>
              <pc:sldLayoutMk cId="1906150733" sldId="2147483650"/>
              <ac:spMk id="3" creationId="{4DDD4022-C31F-4C4C-B5BF-5F9730C08A00}"/>
            </ac:spMkLst>
          </pc:spChg>
          <pc:spChg chg="del">
            <ac:chgData name="Stefannia Tasayco" userId="072a22e4-2104-4c8c-b416-a8e6a0e1c0b9" providerId="ADAL" clId="{4D11E0C6-27F8-4F56-86FF-F439AAE3AE4B}" dt="2026-03-15T00:47:38.498" v="60"/>
            <ac:spMkLst>
              <pc:docMk/>
              <pc:sldMasterMk cId="4082366308" sldId="2147483648"/>
              <pc:sldLayoutMk cId="1906150733" sldId="2147483650"/>
              <ac:spMk id="4" creationId="{99A45EE9-11D3-436C-9D73-1AA6CCDB165F}"/>
            </ac:spMkLst>
          </pc:spChg>
          <pc:spChg chg="del">
            <ac:chgData name="Stefannia Tasayco" userId="072a22e4-2104-4c8c-b416-a8e6a0e1c0b9" providerId="ADAL" clId="{4D11E0C6-27F8-4F56-86FF-F439AAE3AE4B}" dt="2026-03-15T00:47:38.498" v="60"/>
            <ac:spMkLst>
              <pc:docMk/>
              <pc:sldMasterMk cId="4082366308" sldId="2147483648"/>
              <pc:sldLayoutMk cId="1906150733" sldId="2147483650"/>
              <ac:spMk id="5" creationId="{92817DCF-881F-4956-81AE-A6D27A88F4B6}"/>
            </ac:spMkLst>
          </pc:spChg>
          <pc:spChg chg="del">
            <ac:chgData name="Stefannia Tasayco" userId="072a22e4-2104-4c8c-b416-a8e6a0e1c0b9" providerId="ADAL" clId="{4D11E0C6-27F8-4F56-86FF-F439AAE3AE4B}" dt="2026-03-15T00:47:38.498" v="60"/>
            <ac:spMkLst>
              <pc:docMk/>
              <pc:sldMasterMk cId="4082366308" sldId="2147483648"/>
              <pc:sldLayoutMk cId="1906150733" sldId="2147483650"/>
              <ac:spMk id="6" creationId="{0A265F17-AD75-4B7E-970D-5D4DBD5D170C}"/>
            </ac:spMkLst>
          </pc:spChg>
          <pc:spChg chg="add mod">
            <ac:chgData name="Stefannia Tasayco" userId="072a22e4-2104-4c8c-b416-a8e6a0e1c0b9" providerId="ADAL" clId="{4D11E0C6-27F8-4F56-86FF-F439AAE3AE4B}" dt="2026-03-15T00:52:28.182" v="66"/>
            <ac:spMkLst>
              <pc:docMk/>
              <pc:sldMasterMk cId="4082366308" sldId="2147483648"/>
              <pc:sldLayoutMk cId="1906150733" sldId="2147483650"/>
              <ac:spMk id="7" creationId="{F541D2B2-B7EA-75B2-AE5E-F6BE0D431E1A}"/>
            </ac:spMkLst>
          </pc:spChg>
          <pc:spChg chg="add mod">
            <ac:chgData name="Stefannia Tasayco" userId="072a22e4-2104-4c8c-b416-a8e6a0e1c0b9" providerId="ADAL" clId="{4D11E0C6-27F8-4F56-86FF-F439AAE3AE4B}" dt="2026-03-15T00:47:39.224" v="61"/>
            <ac:spMkLst>
              <pc:docMk/>
              <pc:sldMasterMk cId="4082366308" sldId="2147483648"/>
              <pc:sldLayoutMk cId="1906150733" sldId="2147483650"/>
              <ac:spMk id="8" creationId="{3FF1C7C6-AF6C-E40A-94F6-1C001C18BA60}"/>
            </ac:spMkLst>
          </pc:spChg>
          <pc:spChg chg="add mod">
            <ac:chgData name="Stefannia Tasayco" userId="072a22e4-2104-4c8c-b416-a8e6a0e1c0b9" providerId="ADAL" clId="{4D11E0C6-27F8-4F56-86FF-F439AAE3AE4B}" dt="2026-03-15T00:47:39.224" v="61"/>
            <ac:spMkLst>
              <pc:docMk/>
              <pc:sldMasterMk cId="4082366308" sldId="2147483648"/>
              <pc:sldLayoutMk cId="1906150733" sldId="2147483650"/>
              <ac:spMk id="9" creationId="{615C2CCF-26D5-D13A-5F52-C045B09E9913}"/>
            </ac:spMkLst>
          </pc:spChg>
        </pc:sldLayoutChg>
        <pc:sldLayoutChg chg="modSp">
          <pc:chgData name="Stefannia Tasayco" userId="072a22e4-2104-4c8c-b416-a8e6a0e1c0b9" providerId="ADAL" clId="{4D11E0C6-27F8-4F56-86FF-F439AAE3AE4B}" dt="2026-03-15T00:52:28.182" v="66"/>
          <pc:sldLayoutMkLst>
            <pc:docMk/>
            <pc:sldMasterMk cId="4082366308" sldId="2147483648"/>
            <pc:sldLayoutMk cId="4163642189" sldId="2147483651"/>
          </pc:sldLayoutMkLst>
          <pc:spChg chg="mod">
            <ac:chgData name="Stefannia Tasayco" userId="072a22e4-2104-4c8c-b416-a8e6a0e1c0b9" providerId="ADAL" clId="{4D11E0C6-27F8-4F56-86FF-F439AAE3AE4B}" dt="2026-03-15T00:52:28.182" v="66"/>
            <ac:spMkLst>
              <pc:docMk/>
              <pc:sldMasterMk cId="4082366308" sldId="2147483648"/>
              <pc:sldLayoutMk cId="4163642189" sldId="2147483651"/>
              <ac:spMk id="4" creationId="{7C822993-6E28-44BB-B983-095B476B801A}"/>
            </ac:spMkLst>
          </pc:spChg>
        </pc:sldLayoutChg>
        <pc:sldLayoutChg chg="modSp mod">
          <pc:chgData name="Stefannia Tasayco" userId="072a22e4-2104-4c8c-b416-a8e6a0e1c0b9" providerId="ADAL" clId="{4D11E0C6-27F8-4F56-86FF-F439AAE3AE4B}" dt="2026-03-15T06:18:26.288" v="411" actId="14100"/>
          <pc:sldLayoutMkLst>
            <pc:docMk/>
            <pc:sldMasterMk cId="4082366308" sldId="2147483648"/>
            <pc:sldLayoutMk cId="3966436003" sldId="2147483652"/>
          </pc:sldLayoutMkLst>
          <pc:spChg chg="mod">
            <ac:chgData name="Stefannia Tasayco" userId="072a22e4-2104-4c8c-b416-a8e6a0e1c0b9" providerId="ADAL" clId="{4D11E0C6-27F8-4F56-86FF-F439AAE3AE4B}" dt="2026-03-15T06:17:45.929" v="406" actId="1035"/>
            <ac:spMkLst>
              <pc:docMk/>
              <pc:sldMasterMk cId="4082366308" sldId="2147483648"/>
              <pc:sldLayoutMk cId="3966436003" sldId="2147483652"/>
              <ac:spMk id="2" creationId="{A428DFBD-F5ED-455C-8AD0-97476A55E3D5}"/>
            </ac:spMkLst>
          </pc:spChg>
          <pc:spChg chg="mod">
            <ac:chgData name="Stefannia Tasayco" userId="072a22e4-2104-4c8c-b416-a8e6a0e1c0b9" providerId="ADAL" clId="{4D11E0C6-27F8-4F56-86FF-F439AAE3AE4B}" dt="2026-03-15T06:18:15.531" v="410" actId="14100"/>
            <ac:spMkLst>
              <pc:docMk/>
              <pc:sldMasterMk cId="4082366308" sldId="2147483648"/>
              <pc:sldLayoutMk cId="3966436003" sldId="2147483652"/>
              <ac:spMk id="3" creationId="{8C30E58C-F463-4D52-9225-9410133113A4}"/>
            </ac:spMkLst>
          </pc:spChg>
          <pc:spChg chg="mod">
            <ac:chgData name="Stefannia Tasayco" userId="072a22e4-2104-4c8c-b416-a8e6a0e1c0b9" providerId="ADAL" clId="{4D11E0C6-27F8-4F56-86FF-F439AAE3AE4B}" dt="2026-03-15T06:18:26.288" v="411" actId="14100"/>
            <ac:spMkLst>
              <pc:docMk/>
              <pc:sldMasterMk cId="4082366308" sldId="2147483648"/>
              <pc:sldLayoutMk cId="3966436003" sldId="2147483652"/>
              <ac:spMk id="4" creationId="{6AF7BDB4-97FA-485D-A557-6F96692BAC9E}"/>
            </ac:spMkLst>
          </pc:spChg>
          <pc:spChg chg="mod">
            <ac:chgData name="Stefannia Tasayco" userId="072a22e4-2104-4c8c-b416-a8e6a0e1c0b9" providerId="ADAL" clId="{4D11E0C6-27F8-4F56-86FF-F439AAE3AE4B}" dt="2026-03-15T00:52:28.182" v="66"/>
            <ac:spMkLst>
              <pc:docMk/>
              <pc:sldMasterMk cId="4082366308" sldId="2147483648"/>
              <pc:sldLayoutMk cId="3966436003" sldId="2147483652"/>
              <ac:spMk id="5" creationId="{68C50007-C799-4117-8ACD-5EE980E63F17}"/>
            </ac:spMkLst>
          </pc:spChg>
        </pc:sldLayoutChg>
        <pc:sldLayoutChg chg="addSp delSp modSp mod">
          <pc:chgData name="Stefannia Tasayco" userId="072a22e4-2104-4c8c-b416-a8e6a0e1c0b9" providerId="ADAL" clId="{4D11E0C6-27F8-4F56-86FF-F439AAE3AE4B}" dt="2026-03-16T04:11:06.027" v="528" actId="1035"/>
          <pc:sldLayoutMkLst>
            <pc:docMk/>
            <pc:sldMasterMk cId="4082366308" sldId="2147483648"/>
            <pc:sldLayoutMk cId="444478242" sldId="2147483653"/>
          </pc:sldLayoutMkLst>
          <pc:spChg chg="add del">
            <ac:chgData name="Stefannia Tasayco" userId="072a22e4-2104-4c8c-b416-a8e6a0e1c0b9" providerId="ADAL" clId="{4D11E0C6-27F8-4F56-86FF-F439AAE3AE4B}" dt="2026-03-16T04:04:01.043" v="416" actId="11529"/>
            <ac:spMkLst>
              <pc:docMk/>
              <pc:sldMasterMk cId="4082366308" sldId="2147483648"/>
              <pc:sldLayoutMk cId="444478242" sldId="2147483653"/>
              <ac:spMk id="2" creationId="{CD8459E1-0745-2567-7D39-31AAD02FEDE4}"/>
            </ac:spMkLst>
          </pc:spChg>
          <pc:spChg chg="del">
            <ac:chgData name="Stefannia Tasayco" userId="072a22e4-2104-4c8c-b416-a8e6a0e1c0b9" providerId="ADAL" clId="{4D11E0C6-27F8-4F56-86FF-F439AAE3AE4B}" dt="2026-03-16T04:04:23.682" v="419" actId="478"/>
            <ac:spMkLst>
              <pc:docMk/>
              <pc:sldMasterMk cId="4082366308" sldId="2147483648"/>
              <pc:sldLayoutMk cId="444478242" sldId="2147483653"/>
              <ac:spMk id="3" creationId="{82036E0D-26A5-455A-A8BD-70DA8BC03EB2}"/>
            </ac:spMkLst>
          </pc:spChg>
          <pc:spChg chg="mod">
            <ac:chgData name="Stefannia Tasayco" userId="072a22e4-2104-4c8c-b416-a8e6a0e1c0b9" providerId="ADAL" clId="{4D11E0C6-27F8-4F56-86FF-F439AAE3AE4B}" dt="2026-03-16T04:09:37.204" v="514" actId="1076"/>
            <ac:spMkLst>
              <pc:docMk/>
              <pc:sldMasterMk cId="4082366308" sldId="2147483648"/>
              <pc:sldLayoutMk cId="444478242" sldId="2147483653"/>
              <ac:spMk id="4" creationId="{E7FD4EA0-094D-4056-9032-BFB44B40896B}"/>
            </ac:spMkLst>
          </pc:spChg>
          <pc:spChg chg="del">
            <ac:chgData name="Stefannia Tasayco" userId="072a22e4-2104-4c8c-b416-a8e6a0e1c0b9" providerId="ADAL" clId="{4D11E0C6-27F8-4F56-86FF-F439AAE3AE4B}" dt="2026-03-16T04:03:50.011" v="415" actId="478"/>
            <ac:spMkLst>
              <pc:docMk/>
              <pc:sldMasterMk cId="4082366308" sldId="2147483648"/>
              <pc:sldLayoutMk cId="444478242" sldId="2147483653"/>
              <ac:spMk id="5" creationId="{5FC0CCE8-718F-4620-8B4A-C60EEA7B884D}"/>
            </ac:spMkLst>
          </pc:spChg>
          <pc:spChg chg="mod">
            <ac:chgData name="Stefannia Tasayco" userId="072a22e4-2104-4c8c-b416-a8e6a0e1c0b9" providerId="ADAL" clId="{4D11E0C6-27F8-4F56-86FF-F439AAE3AE4B}" dt="2026-03-16T04:09:47.447" v="515" actId="1076"/>
            <ac:spMkLst>
              <pc:docMk/>
              <pc:sldMasterMk cId="4082366308" sldId="2147483648"/>
              <pc:sldLayoutMk cId="444478242" sldId="2147483653"/>
              <ac:spMk id="6" creationId="{56CE86DF-0069-4D31-BDD3-A9A2F9B7B468}"/>
            </ac:spMkLst>
          </pc:spChg>
          <pc:spChg chg="mod">
            <ac:chgData name="Stefannia Tasayco" userId="072a22e4-2104-4c8c-b416-a8e6a0e1c0b9" providerId="ADAL" clId="{4D11E0C6-27F8-4F56-86FF-F439AAE3AE4B}" dt="2026-03-15T00:52:28.182" v="66"/>
            <ac:spMkLst>
              <pc:docMk/>
              <pc:sldMasterMk cId="4082366308" sldId="2147483648"/>
              <pc:sldLayoutMk cId="444478242" sldId="2147483653"/>
              <ac:spMk id="7" creationId="{21A5ED06-FE54-4B86-A8D4-07D0EB08C3AB}"/>
            </ac:spMkLst>
          </pc:spChg>
          <pc:spChg chg="mod">
            <ac:chgData name="Stefannia Tasayco" userId="072a22e4-2104-4c8c-b416-a8e6a0e1c0b9" providerId="ADAL" clId="{4D11E0C6-27F8-4F56-86FF-F439AAE3AE4B}" dt="2026-03-16T04:11:06.027" v="528" actId="1035"/>
            <ac:spMkLst>
              <pc:docMk/>
              <pc:sldMasterMk cId="4082366308" sldId="2147483648"/>
              <pc:sldLayoutMk cId="444478242" sldId="2147483653"/>
              <ac:spMk id="10" creationId="{2D453288-3D76-40C1-BE00-223AB28F13DF}"/>
            </ac:spMkLst>
          </pc:spChg>
          <pc:spChg chg="add mod">
            <ac:chgData name="Stefannia Tasayco" userId="072a22e4-2104-4c8c-b416-a8e6a0e1c0b9" providerId="ADAL" clId="{4D11E0C6-27F8-4F56-86FF-F439AAE3AE4B}" dt="2026-03-16T04:09:58.373" v="516" actId="14100"/>
            <ac:spMkLst>
              <pc:docMk/>
              <pc:sldMasterMk cId="4082366308" sldId="2147483648"/>
              <pc:sldLayoutMk cId="444478242" sldId="2147483653"/>
              <ac:spMk id="11" creationId="{B81BD188-68A5-7042-E91A-782C277EAB2A}"/>
            </ac:spMkLst>
          </pc:spChg>
          <pc:spChg chg="add mod">
            <ac:chgData name="Stefannia Tasayco" userId="072a22e4-2104-4c8c-b416-a8e6a0e1c0b9" providerId="ADAL" clId="{4D11E0C6-27F8-4F56-86FF-F439AAE3AE4B}" dt="2026-03-16T04:10:02.962" v="517" actId="14100"/>
            <ac:spMkLst>
              <pc:docMk/>
              <pc:sldMasterMk cId="4082366308" sldId="2147483648"/>
              <pc:sldLayoutMk cId="444478242" sldId="2147483653"/>
              <ac:spMk id="12" creationId="{19591E8D-121D-C1E5-9EE6-ADB1385B37B2}"/>
            </ac:spMkLst>
          </pc:spChg>
        </pc:sldLayoutChg>
        <pc:sldLayoutChg chg="modSp">
          <pc:chgData name="Stefannia Tasayco" userId="072a22e4-2104-4c8c-b416-a8e6a0e1c0b9" providerId="ADAL" clId="{4D11E0C6-27F8-4F56-86FF-F439AAE3AE4B}" dt="2026-03-15T00:52:28.182" v="66"/>
          <pc:sldLayoutMkLst>
            <pc:docMk/>
            <pc:sldMasterMk cId="4082366308" sldId="2147483648"/>
            <pc:sldLayoutMk cId="4200054637" sldId="2147483654"/>
          </pc:sldLayoutMkLst>
          <pc:spChg chg="mod">
            <ac:chgData name="Stefannia Tasayco" userId="072a22e4-2104-4c8c-b416-a8e6a0e1c0b9" providerId="ADAL" clId="{4D11E0C6-27F8-4F56-86FF-F439AAE3AE4B}" dt="2026-03-15T00:52:28.182" v="66"/>
            <ac:spMkLst>
              <pc:docMk/>
              <pc:sldMasterMk cId="4082366308" sldId="2147483648"/>
              <pc:sldLayoutMk cId="4200054637" sldId="2147483654"/>
              <ac:spMk id="3" creationId="{F9E3617E-4B11-481F-AC6E-00031790294A}"/>
            </ac:spMkLst>
          </pc:spChg>
        </pc:sldLayoutChg>
        <pc:sldLayoutChg chg="modSp">
          <pc:chgData name="Stefannia Tasayco" userId="072a22e4-2104-4c8c-b416-a8e6a0e1c0b9" providerId="ADAL" clId="{4D11E0C6-27F8-4F56-86FF-F439AAE3AE4B}" dt="2026-03-15T00:52:28.182" v="66"/>
          <pc:sldLayoutMkLst>
            <pc:docMk/>
            <pc:sldMasterMk cId="4082366308" sldId="2147483648"/>
            <pc:sldLayoutMk cId="4115205137" sldId="2147483655"/>
          </pc:sldLayoutMkLst>
          <pc:spChg chg="mod">
            <ac:chgData name="Stefannia Tasayco" userId="072a22e4-2104-4c8c-b416-a8e6a0e1c0b9" providerId="ADAL" clId="{4D11E0C6-27F8-4F56-86FF-F439AAE3AE4B}" dt="2026-03-15T00:52:28.182" v="66"/>
            <ac:spMkLst>
              <pc:docMk/>
              <pc:sldMasterMk cId="4082366308" sldId="2147483648"/>
              <pc:sldLayoutMk cId="4115205137" sldId="2147483655"/>
              <ac:spMk id="2" creationId="{B8C9E28E-1389-47AF-B3EB-22571417ACBE}"/>
            </ac:spMkLst>
          </pc:spChg>
        </pc:sldLayoutChg>
        <pc:sldLayoutChg chg="addSp delSp modSp mod">
          <pc:chgData name="Stefannia Tasayco" userId="072a22e4-2104-4c8c-b416-a8e6a0e1c0b9" providerId="ADAL" clId="{4D11E0C6-27F8-4F56-86FF-F439AAE3AE4B}" dt="2026-03-15T05:16:39.130" v="378" actId="1076"/>
          <pc:sldLayoutMkLst>
            <pc:docMk/>
            <pc:sldMasterMk cId="4082366308" sldId="2147483648"/>
            <pc:sldLayoutMk cId="2543851996" sldId="2147483656"/>
          </pc:sldLayoutMkLst>
          <pc:spChg chg="mod">
            <ac:chgData name="Stefannia Tasayco" userId="072a22e4-2104-4c8c-b416-a8e6a0e1c0b9" providerId="ADAL" clId="{4D11E0C6-27F8-4F56-86FF-F439AAE3AE4B}" dt="2026-03-15T05:16:39.130" v="378" actId="1076"/>
            <ac:spMkLst>
              <pc:docMk/>
              <pc:sldMasterMk cId="4082366308" sldId="2147483648"/>
              <pc:sldLayoutMk cId="2543851996" sldId="2147483656"/>
              <ac:spMk id="2" creationId="{EB4EB55F-536E-4547-A5D2-0483FC3684CD}"/>
            </ac:spMkLst>
          </pc:spChg>
          <pc:spChg chg="mod">
            <ac:chgData name="Stefannia Tasayco" userId="072a22e4-2104-4c8c-b416-a8e6a0e1c0b9" providerId="ADAL" clId="{4D11E0C6-27F8-4F56-86FF-F439AAE3AE4B}" dt="2026-03-15T00:57:08.743" v="250" actId="1036"/>
            <ac:spMkLst>
              <pc:docMk/>
              <pc:sldMasterMk cId="4082366308" sldId="2147483648"/>
              <pc:sldLayoutMk cId="2543851996" sldId="2147483656"/>
              <ac:spMk id="3" creationId="{3D717D3C-533B-4EA9-886B-FAE59956C74C}"/>
            </ac:spMkLst>
          </pc:spChg>
          <pc:spChg chg="del mod">
            <ac:chgData name="Stefannia Tasayco" userId="072a22e4-2104-4c8c-b416-a8e6a0e1c0b9" providerId="ADAL" clId="{4D11E0C6-27F8-4F56-86FF-F439AAE3AE4B}" dt="2026-03-15T05:14:19.496" v="335" actId="478"/>
            <ac:spMkLst>
              <pc:docMk/>
              <pc:sldMasterMk cId="4082366308" sldId="2147483648"/>
              <pc:sldLayoutMk cId="2543851996" sldId="2147483656"/>
              <ac:spMk id="4" creationId="{2419D2E1-4B17-4608-961E-2C4719855E89}"/>
            </ac:spMkLst>
          </pc:spChg>
          <pc:spChg chg="mod">
            <ac:chgData name="Stefannia Tasayco" userId="072a22e4-2104-4c8c-b416-a8e6a0e1c0b9" providerId="ADAL" clId="{4D11E0C6-27F8-4F56-86FF-F439AAE3AE4B}" dt="2026-03-15T00:52:28.182" v="66"/>
            <ac:spMkLst>
              <pc:docMk/>
              <pc:sldMasterMk cId="4082366308" sldId="2147483648"/>
              <pc:sldLayoutMk cId="2543851996" sldId="2147483656"/>
              <ac:spMk id="5" creationId="{B75A3535-184C-438C-AE91-9C42B7C5AFB6}"/>
            </ac:spMkLst>
          </pc:spChg>
          <pc:spChg chg="add del">
            <ac:chgData name="Stefannia Tasayco" userId="072a22e4-2104-4c8c-b416-a8e6a0e1c0b9" providerId="ADAL" clId="{4D11E0C6-27F8-4F56-86FF-F439AAE3AE4B}" dt="2026-03-15T05:14:12.521" v="333" actId="11529"/>
            <ac:spMkLst>
              <pc:docMk/>
              <pc:sldMasterMk cId="4082366308" sldId="2147483648"/>
              <pc:sldLayoutMk cId="2543851996" sldId="2147483656"/>
              <ac:spMk id="8" creationId="{D622735B-A9C5-F24D-81C3-6A4F7EA387A7}"/>
            </ac:spMkLst>
          </pc:spChg>
          <pc:spChg chg="add mod">
            <ac:chgData name="Stefannia Tasayco" userId="072a22e4-2104-4c8c-b416-a8e6a0e1c0b9" providerId="ADAL" clId="{4D11E0C6-27F8-4F56-86FF-F439AAE3AE4B}" dt="2026-03-15T05:15:48.724" v="377" actId="255"/>
            <ac:spMkLst>
              <pc:docMk/>
              <pc:sldMasterMk cId="4082366308" sldId="2147483648"/>
              <pc:sldLayoutMk cId="2543851996" sldId="2147483656"/>
              <ac:spMk id="9" creationId="{4402DBDA-2555-3941-3E25-E035E1937610}"/>
            </ac:spMkLst>
          </pc:spChg>
        </pc:sldLayoutChg>
        <pc:sldLayoutChg chg="modSp">
          <pc:chgData name="Stefannia Tasayco" userId="072a22e4-2104-4c8c-b416-a8e6a0e1c0b9" providerId="ADAL" clId="{4D11E0C6-27F8-4F56-86FF-F439AAE3AE4B}" dt="2026-03-15T00:52:28.182" v="66"/>
          <pc:sldLayoutMkLst>
            <pc:docMk/>
            <pc:sldMasterMk cId="4082366308" sldId="2147483648"/>
            <pc:sldLayoutMk cId="1918203549" sldId="2147483657"/>
          </pc:sldLayoutMkLst>
          <pc:spChg chg="mod">
            <ac:chgData name="Stefannia Tasayco" userId="072a22e4-2104-4c8c-b416-a8e6a0e1c0b9" providerId="ADAL" clId="{4D11E0C6-27F8-4F56-86FF-F439AAE3AE4B}" dt="2026-03-15T00:52:28.182" v="66"/>
            <ac:spMkLst>
              <pc:docMk/>
              <pc:sldMasterMk cId="4082366308" sldId="2147483648"/>
              <pc:sldLayoutMk cId="1918203549" sldId="2147483657"/>
              <ac:spMk id="5" creationId="{45E706DF-52A3-4F34-9BF5-E1ACD5D54283}"/>
            </ac:spMkLst>
          </pc:spChg>
        </pc:sldLayoutChg>
        <pc:sldLayoutChg chg="modSp">
          <pc:chgData name="Stefannia Tasayco" userId="072a22e4-2104-4c8c-b416-a8e6a0e1c0b9" providerId="ADAL" clId="{4D11E0C6-27F8-4F56-86FF-F439AAE3AE4B}" dt="2026-03-15T00:52:28.182" v="66"/>
          <pc:sldLayoutMkLst>
            <pc:docMk/>
            <pc:sldMasterMk cId="4082366308" sldId="2147483648"/>
            <pc:sldLayoutMk cId="2720738024" sldId="2147483658"/>
          </pc:sldLayoutMkLst>
          <pc:spChg chg="mod">
            <ac:chgData name="Stefannia Tasayco" userId="072a22e4-2104-4c8c-b416-a8e6a0e1c0b9" providerId="ADAL" clId="{4D11E0C6-27F8-4F56-86FF-F439AAE3AE4B}" dt="2026-03-15T00:52:28.182" v="66"/>
            <ac:spMkLst>
              <pc:docMk/>
              <pc:sldMasterMk cId="4082366308" sldId="2147483648"/>
              <pc:sldLayoutMk cId="2720738024" sldId="2147483658"/>
              <ac:spMk id="4" creationId="{4E7FD700-765A-4DE6-A8EC-9D9D92FCBB42}"/>
            </ac:spMkLst>
          </pc:spChg>
        </pc:sldLayoutChg>
        <pc:sldLayoutChg chg="modSp">
          <pc:chgData name="Stefannia Tasayco" userId="072a22e4-2104-4c8c-b416-a8e6a0e1c0b9" providerId="ADAL" clId="{4D11E0C6-27F8-4F56-86FF-F439AAE3AE4B}" dt="2026-03-15T00:52:28.182" v="66"/>
          <pc:sldLayoutMkLst>
            <pc:docMk/>
            <pc:sldMasterMk cId="4082366308" sldId="2147483648"/>
            <pc:sldLayoutMk cId="3395997385" sldId="2147483659"/>
          </pc:sldLayoutMkLst>
          <pc:spChg chg="mod">
            <ac:chgData name="Stefannia Tasayco" userId="072a22e4-2104-4c8c-b416-a8e6a0e1c0b9" providerId="ADAL" clId="{4D11E0C6-27F8-4F56-86FF-F439AAE3AE4B}" dt="2026-03-15T00:52:28.182" v="66"/>
            <ac:spMkLst>
              <pc:docMk/>
              <pc:sldMasterMk cId="4082366308" sldId="2147483648"/>
              <pc:sldLayoutMk cId="3395997385" sldId="2147483659"/>
              <ac:spMk id="4" creationId="{85B850CC-FB43-4988-8D4E-9C54C20185B4}"/>
            </ac:spMkLst>
          </pc:spChg>
        </pc:sldLayoutChg>
      </pc:sldMasterChg>
      <pc:sldMasterChg chg="new del mod addSldLayout delSldLayout">
        <pc:chgData name="Stefannia Tasayco" userId="072a22e4-2104-4c8c-b416-a8e6a0e1c0b9" providerId="ADAL" clId="{4D11E0C6-27F8-4F56-86FF-F439AAE3AE4B}" dt="2026-03-15T00:48:44.866" v="63" actId="6938"/>
        <pc:sldMasterMkLst>
          <pc:docMk/>
          <pc:sldMasterMk cId="1953024414" sldId="2147483660"/>
        </pc:sldMasterMkLst>
        <pc:sldLayoutChg chg="new del replId">
          <pc:chgData name="Stefannia Tasayco" userId="072a22e4-2104-4c8c-b416-a8e6a0e1c0b9" providerId="ADAL" clId="{4D11E0C6-27F8-4F56-86FF-F439AAE3AE4B}" dt="2026-03-15T00:48:44.866" v="63" actId="6938"/>
          <pc:sldLayoutMkLst>
            <pc:docMk/>
            <pc:sldMasterMk cId="1953024414" sldId="2147483660"/>
            <pc:sldLayoutMk cId="4036722925" sldId="2147483661"/>
          </pc:sldLayoutMkLst>
        </pc:sldLayoutChg>
        <pc:sldLayoutChg chg="new del replId">
          <pc:chgData name="Stefannia Tasayco" userId="072a22e4-2104-4c8c-b416-a8e6a0e1c0b9" providerId="ADAL" clId="{4D11E0C6-27F8-4F56-86FF-F439AAE3AE4B}" dt="2026-03-15T00:48:44.866" v="63" actId="6938"/>
          <pc:sldLayoutMkLst>
            <pc:docMk/>
            <pc:sldMasterMk cId="1953024414" sldId="2147483660"/>
            <pc:sldLayoutMk cId="3917787006" sldId="2147483662"/>
          </pc:sldLayoutMkLst>
        </pc:sldLayoutChg>
        <pc:sldLayoutChg chg="new del replId">
          <pc:chgData name="Stefannia Tasayco" userId="072a22e4-2104-4c8c-b416-a8e6a0e1c0b9" providerId="ADAL" clId="{4D11E0C6-27F8-4F56-86FF-F439AAE3AE4B}" dt="2026-03-15T00:48:44.866" v="63" actId="6938"/>
          <pc:sldLayoutMkLst>
            <pc:docMk/>
            <pc:sldMasterMk cId="1953024414" sldId="2147483660"/>
            <pc:sldLayoutMk cId="1110808057" sldId="2147483663"/>
          </pc:sldLayoutMkLst>
        </pc:sldLayoutChg>
        <pc:sldLayoutChg chg="new del replId">
          <pc:chgData name="Stefannia Tasayco" userId="072a22e4-2104-4c8c-b416-a8e6a0e1c0b9" providerId="ADAL" clId="{4D11E0C6-27F8-4F56-86FF-F439AAE3AE4B}" dt="2026-03-15T00:48:44.866" v="63" actId="6938"/>
          <pc:sldLayoutMkLst>
            <pc:docMk/>
            <pc:sldMasterMk cId="1953024414" sldId="2147483660"/>
            <pc:sldLayoutMk cId="1400033541" sldId="2147483664"/>
          </pc:sldLayoutMkLst>
        </pc:sldLayoutChg>
        <pc:sldLayoutChg chg="new del replId">
          <pc:chgData name="Stefannia Tasayco" userId="072a22e4-2104-4c8c-b416-a8e6a0e1c0b9" providerId="ADAL" clId="{4D11E0C6-27F8-4F56-86FF-F439AAE3AE4B}" dt="2026-03-15T00:48:44.866" v="63" actId="6938"/>
          <pc:sldLayoutMkLst>
            <pc:docMk/>
            <pc:sldMasterMk cId="1953024414" sldId="2147483660"/>
            <pc:sldLayoutMk cId="138182363" sldId="2147483665"/>
          </pc:sldLayoutMkLst>
        </pc:sldLayoutChg>
        <pc:sldLayoutChg chg="new del replId">
          <pc:chgData name="Stefannia Tasayco" userId="072a22e4-2104-4c8c-b416-a8e6a0e1c0b9" providerId="ADAL" clId="{4D11E0C6-27F8-4F56-86FF-F439AAE3AE4B}" dt="2026-03-15T00:48:44.866" v="63" actId="6938"/>
          <pc:sldLayoutMkLst>
            <pc:docMk/>
            <pc:sldMasterMk cId="1953024414" sldId="2147483660"/>
            <pc:sldLayoutMk cId="1928835060" sldId="2147483666"/>
          </pc:sldLayoutMkLst>
        </pc:sldLayoutChg>
        <pc:sldLayoutChg chg="new del replId">
          <pc:chgData name="Stefannia Tasayco" userId="072a22e4-2104-4c8c-b416-a8e6a0e1c0b9" providerId="ADAL" clId="{4D11E0C6-27F8-4F56-86FF-F439AAE3AE4B}" dt="2026-03-15T00:48:44.866" v="63" actId="6938"/>
          <pc:sldLayoutMkLst>
            <pc:docMk/>
            <pc:sldMasterMk cId="1953024414" sldId="2147483660"/>
            <pc:sldLayoutMk cId="3286932546" sldId="2147483667"/>
          </pc:sldLayoutMkLst>
        </pc:sldLayoutChg>
        <pc:sldLayoutChg chg="new del replId">
          <pc:chgData name="Stefannia Tasayco" userId="072a22e4-2104-4c8c-b416-a8e6a0e1c0b9" providerId="ADAL" clId="{4D11E0C6-27F8-4F56-86FF-F439AAE3AE4B}" dt="2026-03-15T00:48:44.866" v="63" actId="6938"/>
          <pc:sldLayoutMkLst>
            <pc:docMk/>
            <pc:sldMasterMk cId="1953024414" sldId="2147483660"/>
            <pc:sldLayoutMk cId="1881650547" sldId="2147483668"/>
          </pc:sldLayoutMkLst>
        </pc:sldLayoutChg>
        <pc:sldLayoutChg chg="new del replId">
          <pc:chgData name="Stefannia Tasayco" userId="072a22e4-2104-4c8c-b416-a8e6a0e1c0b9" providerId="ADAL" clId="{4D11E0C6-27F8-4F56-86FF-F439AAE3AE4B}" dt="2026-03-15T00:48:44.866" v="63" actId="6938"/>
          <pc:sldLayoutMkLst>
            <pc:docMk/>
            <pc:sldMasterMk cId="1953024414" sldId="2147483660"/>
            <pc:sldLayoutMk cId="502686065" sldId="2147483669"/>
          </pc:sldLayoutMkLst>
        </pc:sldLayoutChg>
        <pc:sldLayoutChg chg="new del replId">
          <pc:chgData name="Stefannia Tasayco" userId="072a22e4-2104-4c8c-b416-a8e6a0e1c0b9" providerId="ADAL" clId="{4D11E0C6-27F8-4F56-86FF-F439AAE3AE4B}" dt="2026-03-15T00:48:44.866" v="63" actId="6938"/>
          <pc:sldLayoutMkLst>
            <pc:docMk/>
            <pc:sldMasterMk cId="1953024414" sldId="2147483660"/>
            <pc:sldLayoutMk cId="1030108093" sldId="2147483670"/>
          </pc:sldLayoutMkLst>
        </pc:sldLayoutChg>
        <pc:sldLayoutChg chg="new del replId">
          <pc:chgData name="Stefannia Tasayco" userId="072a22e4-2104-4c8c-b416-a8e6a0e1c0b9" providerId="ADAL" clId="{4D11E0C6-27F8-4F56-86FF-F439AAE3AE4B}" dt="2026-03-15T00:48:44.866" v="63" actId="6938"/>
          <pc:sldLayoutMkLst>
            <pc:docMk/>
            <pc:sldMasterMk cId="1953024414" sldId="2147483660"/>
            <pc:sldLayoutMk cId="495275697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C7C475-2EE1-45DB-87A1-AC32DFA55E5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D7FA77-84E1-4AD8-93EE-176E72BB8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070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674CB-3709-4ACF-BB61-29ADEA3D41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95693"/>
            <a:ext cx="9144000" cy="2478024"/>
          </a:xfrm>
        </p:spPr>
        <p:txBody>
          <a:bodyPr lIns="0" tIns="0" rIns="0" bIns="0" anchor="b">
            <a:noAutofit/>
          </a:bodyPr>
          <a:lstStyle>
            <a:lvl1pPr algn="ctr">
              <a:defRPr sz="4400" spc="75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6DA6BE-9B64-48FC-92D1-EF0D426A39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72080"/>
            <a:ext cx="9144000" cy="1435608"/>
          </a:xfr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50000"/>
              </a:lnSpc>
              <a:buNone/>
              <a:defRPr sz="2400" cap="all" spc="6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3AE59-8E21-449F-86DA-5BE297010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7474-823B-48E8-A178-386E6D02D7F9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CCD60-9970-49FD-8254-21154BAA1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C0A488-07A7-42F9-B1DF-68545B754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2939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E0F35-0AE7-48AB-9005-F1DB4BD0B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76696"/>
            <a:ext cx="10241280" cy="123444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D4022-C31F-4C4C-B5BF-5F9730C08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990794"/>
            <a:ext cx="10241280" cy="39593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41D2B2-B7EA-75B2-AE5E-F6BE0D431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14B8F-CE2D-424D-AF0A-C48024A68703}" type="datetime2">
              <a:rPr lang="en-US" smtClean="0"/>
              <a:t>Sunday, March 15, 2026</a:t>
            </a:fld>
            <a:endParaRPr lang="en-US" cap="all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F1C7C6-AF6C-E40A-94F6-1C001C18B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5C2CCF-26D5-D13A-5F52-C045B09E9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‹#›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906150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C12CB-05D8-4D62-BDC5-812DB6DD0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1709738"/>
            <a:ext cx="9966960" cy="2852737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400" spc="7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52F020-8516-4B9E-B455-5731ED6C9E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4974336"/>
            <a:ext cx="9966961" cy="1115568"/>
          </a:xfrm>
        </p:spPr>
        <p:txBody>
          <a:bodyPr>
            <a:normAutofit/>
          </a:bodyPr>
          <a:lstStyle>
            <a:lvl1pPr marL="0" indent="0">
              <a:buNone/>
              <a:defRPr sz="1600" cap="all" spc="6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22993-6E28-44BB-B983-095B476B8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95F7C-483B-45C6-BFC8-E460EFA96477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909971-06C9-462B-81D9-BEF24C708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A076D-47C1-49CD-9A8B-956DB3FC3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6421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8DFBD-F5ED-455C-8AD0-97476A55E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46380"/>
            <a:ext cx="10241280" cy="1234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0E58C-F463-4D52-9225-9410133113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6265" y="1388125"/>
            <a:ext cx="5739788" cy="468349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F7BDB4-97FA-485D-A557-6F96692BAC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66560" y="1388125"/>
            <a:ext cx="5175724" cy="491352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C50007-C799-4117-8ACD-5EE980E63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FCF0B-5C8B-4F90-8DBC-1FCCD310983A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4E8968-6BAD-4D5A-BF1D-911C7A39C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9D8C08-BF20-4D5E-9004-0C075C36D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436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FD4EA0-094D-4056-9032-BFB44B4089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1005" y="3757200"/>
            <a:ext cx="4841076" cy="2539382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CE86DF-0069-4D31-BDD3-A9A2F9B7B4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818024" y="3757199"/>
            <a:ext cx="4841076" cy="2539383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A5ED06-FE54-4B86-A8D4-07D0EB08C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B7738-C0D5-4388-9F52-0B359ED750B3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9EC6C3-0950-4AFE-936A-9AB5D2278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84B1D1-BE0C-48F4-BC74-90675A0F0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D453288-3D76-40C1-BE00-223AB28F1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7377"/>
            <a:ext cx="10241280" cy="123444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BD188-68A5-7042-E91A-782C277EAB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3811" y="1536210"/>
            <a:ext cx="5892189" cy="2036767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19591E8D-121D-C1E5-9EE6-ADB1385B37B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9811" y="1536210"/>
            <a:ext cx="5688378" cy="2036767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44478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B1716-24B0-42CD-95B6-843092597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E3617E-4B11-481F-AC6E-000317902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62429-2491-4ED4-A083-0B70E5B2B9FF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F19CC-06D3-40E9-81B5-63B457B22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EFC312-3AA5-46F7-B701-3D9327A68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054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C9E28E-1389-47AF-B3EB-22571417A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B963C-D443-40F4-97CC-8FE4DEBBB582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CF6B08-1984-4F7C-9F6E-A4F47BDBA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71B3C5-CEC7-427F-931C-1318C421B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2051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EB55F-536E-4547-A5D2-0483FC368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8146" y="-333356"/>
            <a:ext cx="5243885" cy="1894511"/>
          </a:xfrm>
        </p:spPr>
        <p:txBody>
          <a:bodyPr anchor="b"/>
          <a:lstStyle>
            <a:lvl1pPr algn="ctr"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17D3C-533B-4EA9-886B-FAE59956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0944" y="271806"/>
            <a:ext cx="6050943" cy="5819829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5A3535-184C-438C-AE91-9C42B7C5A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9F85B7-E7DB-4BA4-A3F5-C5FE55B08F95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F6DBC3-4A58-42BA-9B55-A9A725103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4E6563-0AB6-4038-A12B-A259552DB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402DBDA-2555-3941-3E25-E035E19376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8518" y="1751682"/>
            <a:ext cx="5243513" cy="4339953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43851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02C5-1E3B-4C62-A538-59BB57286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987552"/>
            <a:ext cx="3932237" cy="1892808"/>
          </a:xfrm>
        </p:spPr>
        <p:txBody>
          <a:bodyPr anchor="b"/>
          <a:lstStyle>
            <a:lvl1pPr>
              <a:defRPr sz="3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2CF574-95CE-4E60-B2CF-3B5B4F33A7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05319" y="987425"/>
            <a:ext cx="5833242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039F7C-C735-4356-8B04-89E1904795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71600" y="3033286"/>
            <a:ext cx="3932237" cy="283570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E706DF-52A3-4F34-9BF5-E1ACD5D54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9A0C2-0448-4687-AEE4-71847FB40C42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B25E53-E72E-4110-BB6B-3477F56C3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86F8F-3D62-4CEC-AD9A-B70848E6A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03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DC3B6-2D75-4EC4-9120-88DCE0EA6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4B06CB-A0FE-4499-B674-90C8C281A5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7FD700-765A-4DE6-A8EC-9D9D92FCB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4246E-588A-4761-B86F-31A92ABCD4D5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4664EC-C4B1-4D14-9ED3-14C6CCBFF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DF5526-E518-4133-9F44-D812576C1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738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62998-15B1-4CA8-8C60-7801001F80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38899"/>
            <a:ext cx="2628900" cy="48493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1AE278-0885-4594-AB09-120344C7D8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49235" y="838900"/>
            <a:ext cx="7723265" cy="48493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850CC-FB43-4988-8D4E-9C54C2018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9734-38C9-4A1D-A001-D47FFEDBBFBF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A70300-3853-4FB4-A084-CF6E5CF2B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BAFB0-25AA-4B69-8418-418F47A92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997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CF2F3BB-127D-44BC-A8EF-A8BB5F5911CA}"/>
              </a:ext>
            </a:extLst>
          </p:cNvPr>
          <p:cNvSpPr/>
          <p:nvPr/>
        </p:nvSpPr>
        <p:spPr>
          <a:xfrm rot="10800000" flipH="1">
            <a:off x="0" y="6401226"/>
            <a:ext cx="12192000" cy="456773"/>
          </a:xfrm>
          <a:prstGeom prst="rect">
            <a:avLst/>
          </a:prstGeom>
          <a:gradFill>
            <a:gsLst>
              <a:gs pos="14000">
                <a:schemeClr val="accent4">
                  <a:alpha val="28000"/>
                </a:schemeClr>
              </a:gs>
              <a:gs pos="100000">
                <a:schemeClr val="accent5">
                  <a:alpha val="8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0D1F30-F118-4A1F-A48F-7E5706959F64}"/>
              </a:ext>
            </a:extLst>
          </p:cNvPr>
          <p:cNvSpPr/>
          <p:nvPr/>
        </p:nvSpPr>
        <p:spPr>
          <a:xfrm flipH="1">
            <a:off x="4038602" y="6401228"/>
            <a:ext cx="8153398" cy="456772"/>
          </a:xfrm>
          <a:prstGeom prst="rect">
            <a:avLst/>
          </a:prstGeom>
          <a:gradFill>
            <a:gsLst>
              <a:gs pos="9000">
                <a:schemeClr val="accent2">
                  <a:lumMod val="60000"/>
                  <a:lumOff val="40000"/>
                  <a:alpha val="55000"/>
                </a:schemeClr>
              </a:gs>
              <a:gs pos="99000">
                <a:schemeClr val="accent2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AE890C-17CE-44C0-BDED-BA68F92A8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795528"/>
            <a:ext cx="10241280" cy="1234440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910A6E-46D1-42CF-996C-2207737FB8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2112264"/>
            <a:ext cx="10241280" cy="395935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B5247-D236-462B-BCE0-2A24DF75B0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909560" y="6409944"/>
            <a:ext cx="3703320" cy="4480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cap="all" spc="300" baseline="0">
                <a:solidFill>
                  <a:srgbClr val="FFFFFF"/>
                </a:solidFill>
              </a:defRPr>
            </a:lvl1pPr>
          </a:lstStyle>
          <a:p>
            <a:fld id="{A6D14B8F-CE2D-424D-AF0A-C48024A68703}" type="datetime2">
              <a:rPr lang="en-US" smtClean="0"/>
              <a:t>Sunday, March 15, 2026</a:t>
            </a:fld>
            <a:endParaRPr lang="en-US" cap="al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55C58-7DDF-4CD4-96AD-F9CC844D84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-1828800" y="1911096"/>
            <a:ext cx="4114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1">
                <a:solidFill>
                  <a:schemeClr val="tx1"/>
                </a:solidFill>
                <a:latin typeface="+mj-lt"/>
              </a:defRPr>
            </a:lvl1pPr>
          </a:lstStyle>
          <a:p>
            <a:pPr algn="l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495647-A849-45D9-BC71-46A12E6DE4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67744" y="6409944"/>
            <a:ext cx="438912" cy="4480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C01389E6-C847-4AD0-B56D-D205B2EAB1EE}" type="slidenum">
              <a:rPr lang="en-US" smtClean="0"/>
              <a:pPr/>
              <a:t>‹#›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082366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i="0" kern="1200" cap="all" spc="7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6B142AE-7D78-1C40-8937-DDFF57E12E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D6739B41-1797-875D-104E-395C3B18F1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0D8F4B-56F8-BF86-93EA-A77806533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042271"/>
      </p:ext>
    </p:extLst>
  </p:cSld>
  <p:clrMapOvr>
    <a:masterClrMapping/>
  </p:clrMapOvr>
</p:sld>
</file>

<file path=ppt/theme/theme1.xml><?xml version="1.0" encoding="utf-8"?>
<a:theme xmlns:a="http://schemas.openxmlformats.org/drawingml/2006/main" name="mytemplat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RiseVTI" id="{C2FC082F-B444-4222-AF20-78444CCB5722}" vid="{39F213E4-0CBC-40CB-B3F6-8C5562B6B9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ded8b1b-070d-4629-82e4-c0b019f46057}" enabled="0" method="" siteId="{3ded8b1b-070d-4629-82e4-c0b019f4605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Gradient rise</Template>
  <TotalTime>44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mytemplate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Stefannia Tasayco</dc:creator>
  <cp:lastModifiedBy>Stefannia Tasayco</cp:lastModifiedBy>
  <cp:revision>1</cp:revision>
  <dcterms:created xsi:type="dcterms:W3CDTF">2026-03-15T00:33:21Z</dcterms:created>
  <dcterms:modified xsi:type="dcterms:W3CDTF">2026-03-16T04:11:07Z</dcterms:modified>
</cp:coreProperties>
</file>