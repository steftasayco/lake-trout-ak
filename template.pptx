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6B5CB-5FCA-4505-9C30-BB64B3BC592E}" v="9" dt="2026-03-15T00:53:09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nia Tasayco" userId="072a22e4-2104-4c8c-b416-a8e6a0e1c0b9" providerId="ADAL" clId="{4D11E0C6-27F8-4F56-86FF-F439AAE3AE4B}"/>
    <pc:docChg chg="undo custSel addSld delSld modSld addMainMaster delMainMaster modMainMaster">
      <pc:chgData name="Stefannia Tasayco" userId="072a22e4-2104-4c8c-b416-a8e6a0e1c0b9" providerId="ADAL" clId="{4D11E0C6-27F8-4F56-86FF-F439AAE3AE4B}" dt="2026-03-15T01:16:05.338" v="331" actId="1036"/>
      <pc:docMkLst>
        <pc:docMk/>
      </pc:docMkLst>
      <pc:sldChg chg="addSp delSp modSp mod chgLayout">
        <pc:chgData name="Stefannia Tasayco" userId="072a22e4-2104-4c8c-b416-a8e6a0e1c0b9" providerId="ADAL" clId="{4D11E0C6-27F8-4F56-86FF-F439AAE3AE4B}" dt="2026-03-15T01:00:21.592" v="259" actId="700"/>
        <pc:sldMkLst>
          <pc:docMk/>
          <pc:sldMk cId="2884042271" sldId="256"/>
        </pc:sldMkLst>
        <pc:spChg chg="del">
          <ac:chgData name="Stefannia Tasayco" userId="072a22e4-2104-4c8c-b416-a8e6a0e1c0b9" providerId="ADAL" clId="{4D11E0C6-27F8-4F56-86FF-F439AAE3AE4B}" dt="2026-03-15T00:34:11.913" v="0" actId="6264"/>
          <ac:spMkLst>
            <pc:docMk/>
            <pc:sldMk cId="2884042271" sldId="256"/>
            <ac:spMk id="2" creationId="{C0B7044F-2A43-EBA8-B3FA-60DE91B5388E}"/>
          </ac:spMkLst>
        </pc:spChg>
        <pc:spChg chg="del">
          <ac:chgData name="Stefannia Tasayco" userId="072a22e4-2104-4c8c-b416-a8e6a0e1c0b9" providerId="ADAL" clId="{4D11E0C6-27F8-4F56-86FF-F439AAE3AE4B}" dt="2026-03-15T00:34:11.913" v="0" actId="6264"/>
          <ac:spMkLst>
            <pc:docMk/>
            <pc:sldMk cId="2884042271" sldId="256"/>
            <ac:spMk id="3" creationId="{7669597E-FB01-3EAE-4302-E094B92579A5}"/>
          </ac:spMkLst>
        </pc:spChg>
        <pc:spChg chg="add del mod ord">
          <ac:chgData name="Stefannia Tasayco" userId="072a22e4-2104-4c8c-b416-a8e6a0e1c0b9" providerId="ADAL" clId="{4D11E0C6-27F8-4F56-86FF-F439AAE3AE4B}" dt="2026-03-15T00:34:12.988" v="1" actId="6264"/>
          <ac:spMkLst>
            <pc:docMk/>
            <pc:sldMk cId="2884042271" sldId="256"/>
            <ac:spMk id="4" creationId="{38BDA14F-A663-2EAF-0039-3CA3474A75C4}"/>
          </ac:spMkLst>
        </pc:spChg>
        <pc:spChg chg="add del mod ord">
          <ac:chgData name="Stefannia Tasayco" userId="072a22e4-2104-4c8c-b416-a8e6a0e1c0b9" providerId="ADAL" clId="{4D11E0C6-27F8-4F56-86FF-F439AAE3AE4B}" dt="2026-03-15T00:34:12.988" v="1" actId="6264"/>
          <ac:spMkLst>
            <pc:docMk/>
            <pc:sldMk cId="2884042271" sldId="256"/>
            <ac:spMk id="5" creationId="{8FAE2EB5-31CE-67A2-B407-E65201598ACC}"/>
          </ac:spMkLst>
        </pc:spChg>
        <pc:spChg chg="add del mod ord">
          <ac:chgData name="Stefannia Tasayco" userId="072a22e4-2104-4c8c-b416-a8e6a0e1c0b9" providerId="ADAL" clId="{4D11E0C6-27F8-4F56-86FF-F439AAE3AE4B}" dt="2026-03-15T01:00:21.592" v="259" actId="700"/>
          <ac:spMkLst>
            <pc:docMk/>
            <pc:sldMk cId="2884042271" sldId="256"/>
            <ac:spMk id="6" creationId="{A0F9E788-6B5B-8BFC-F2AE-B31A2290279C}"/>
          </ac:spMkLst>
        </pc:spChg>
        <pc:spChg chg="add del mod ord">
          <ac:chgData name="Stefannia Tasayco" userId="072a22e4-2104-4c8c-b416-a8e6a0e1c0b9" providerId="ADAL" clId="{4D11E0C6-27F8-4F56-86FF-F439AAE3AE4B}" dt="2026-03-15T01:00:21.592" v="259" actId="700"/>
          <ac:spMkLst>
            <pc:docMk/>
            <pc:sldMk cId="2884042271" sldId="256"/>
            <ac:spMk id="7" creationId="{A39F0B3D-22F9-7445-12EF-6900A4CA3766}"/>
          </ac:spMkLst>
        </pc:spChg>
        <pc:spChg chg="mod ord">
          <ac:chgData name="Stefannia Tasayco" userId="072a22e4-2104-4c8c-b416-a8e6a0e1c0b9" providerId="ADAL" clId="{4D11E0C6-27F8-4F56-86FF-F439AAE3AE4B}" dt="2026-03-15T01:00:21.592" v="259" actId="700"/>
          <ac:spMkLst>
            <pc:docMk/>
            <pc:sldMk cId="2884042271" sldId="256"/>
            <ac:spMk id="8" creationId="{950D8F4B-56F8-BF86-93EA-A77806533DCD}"/>
          </ac:spMkLst>
        </pc:spChg>
        <pc:spChg chg="add mod ord">
          <ac:chgData name="Stefannia Tasayco" userId="072a22e4-2104-4c8c-b416-a8e6a0e1c0b9" providerId="ADAL" clId="{4D11E0C6-27F8-4F56-86FF-F439AAE3AE4B}" dt="2026-03-15T01:00:21.592" v="259" actId="700"/>
          <ac:spMkLst>
            <pc:docMk/>
            <pc:sldMk cId="2884042271" sldId="256"/>
            <ac:spMk id="9" creationId="{96B142AE-7D78-1C40-8937-DDFF57E12E9C}"/>
          </ac:spMkLst>
        </pc:spChg>
        <pc:spChg chg="add mod ord">
          <ac:chgData name="Stefannia Tasayco" userId="072a22e4-2104-4c8c-b416-a8e6a0e1c0b9" providerId="ADAL" clId="{4D11E0C6-27F8-4F56-86FF-F439AAE3AE4B}" dt="2026-03-15T01:00:21.592" v="259" actId="700"/>
          <ac:spMkLst>
            <pc:docMk/>
            <pc:sldMk cId="2884042271" sldId="256"/>
            <ac:spMk id="10" creationId="{D6739B41-1797-875D-104E-395C3B18F115}"/>
          </ac:spMkLst>
        </pc:spChg>
      </pc:sldChg>
      <pc:sldChg chg="new del">
        <pc:chgData name="Stefannia Tasayco" userId="072a22e4-2104-4c8c-b416-a8e6a0e1c0b9" providerId="ADAL" clId="{4D11E0C6-27F8-4F56-86FF-F439AAE3AE4B}" dt="2026-03-15T00:59:39.688" v="257" actId="47"/>
        <pc:sldMkLst>
          <pc:docMk/>
          <pc:sldMk cId="4239610698" sldId="257"/>
        </pc:sldMkLst>
      </pc:sldChg>
      <pc:sldChg chg="new del">
        <pc:chgData name="Stefannia Tasayco" userId="072a22e4-2104-4c8c-b416-a8e6a0e1c0b9" providerId="ADAL" clId="{4D11E0C6-27F8-4F56-86FF-F439AAE3AE4B}" dt="2026-03-15T01:00:31.270" v="260" actId="47"/>
        <pc:sldMkLst>
          <pc:docMk/>
          <pc:sldMk cId="3376759953" sldId="258"/>
        </pc:sldMkLst>
      </pc:sldChg>
      <pc:sldMasterChg chg="addSp mod modSldLayout">
        <pc:chgData name="Stefannia Tasayco" userId="072a22e4-2104-4c8c-b416-a8e6a0e1c0b9" providerId="ADAL" clId="{4D11E0C6-27F8-4F56-86FF-F439AAE3AE4B}" dt="2026-03-15T01:16:05.338" v="331" actId="1036"/>
        <pc:sldMasterMkLst>
          <pc:docMk/>
          <pc:sldMasterMk cId="4082366308" sldId="2147483648"/>
        </pc:sldMasterMkLst>
        <pc:spChg chg="add">
          <ac:chgData name="Stefannia Tasayco" userId="072a22e4-2104-4c8c-b416-a8e6a0e1c0b9" providerId="ADAL" clId="{4D11E0C6-27F8-4F56-86FF-F439AAE3AE4B}" dt="2026-03-15T00:52:28.182" v="66"/>
          <ac:spMkLst>
            <pc:docMk/>
            <pc:sldMasterMk cId="4082366308" sldId="2147483648"/>
            <ac:spMk id="4" creationId="{D85B5247-D236-462B-BCE0-2A24DF75B085}"/>
          </ac:spMkLst>
        </pc:spChg>
        <pc:sldLayoutChg chg="addSp delSp modSp mod">
          <pc:chgData name="Stefannia Tasayco" userId="072a22e4-2104-4c8c-b416-a8e6a0e1c0b9" providerId="ADAL" clId="{4D11E0C6-27F8-4F56-86FF-F439AAE3AE4B}" dt="2026-03-15T01:06:57.259" v="300" actId="1036"/>
          <pc:sldLayoutMkLst>
            <pc:docMk/>
            <pc:sldMasterMk cId="4082366308" sldId="2147483648"/>
            <pc:sldLayoutMk cId="2792939452" sldId="2147483649"/>
          </pc:sldLayoutMkLst>
          <pc:spChg chg="mod">
            <ac:chgData name="Stefannia Tasayco" userId="072a22e4-2104-4c8c-b416-a8e6a0e1c0b9" providerId="ADAL" clId="{4D11E0C6-27F8-4F56-86FF-F439AAE3AE4B}" dt="2026-03-15T01:06:57.259" v="300" actId="1036"/>
            <ac:spMkLst>
              <pc:docMk/>
              <pc:sldMasterMk cId="4082366308" sldId="2147483648"/>
              <pc:sldLayoutMk cId="2792939452" sldId="2147483649"/>
              <ac:spMk id="2" creationId="{47B674CB-3709-4ACF-BB61-29ADEA3D41BE}"/>
            </ac:spMkLst>
          </pc:spChg>
          <pc:spChg chg="mod">
            <ac:chgData name="Stefannia Tasayco" userId="072a22e4-2104-4c8c-b416-a8e6a0e1c0b9" providerId="ADAL" clId="{4D11E0C6-27F8-4F56-86FF-F439AAE3AE4B}" dt="2026-03-15T01:06:57.259" v="300" actId="1036"/>
            <ac:spMkLst>
              <pc:docMk/>
              <pc:sldMasterMk cId="4082366308" sldId="2147483648"/>
              <pc:sldLayoutMk cId="2792939452" sldId="2147483649"/>
              <ac:spMk id="3" creationId="{E06DA6BE-9B64-48FC-92D1-EF0D426A3974}"/>
            </ac:spMkLst>
          </pc:spChg>
          <pc:spChg chg="add del mod">
            <ac:chgData name="Stefannia Tasayco" userId="072a22e4-2104-4c8c-b416-a8e6a0e1c0b9" providerId="ADAL" clId="{4D11E0C6-27F8-4F56-86FF-F439AAE3AE4B}" dt="2026-03-15T00:52:28.182" v="66"/>
            <ac:spMkLst>
              <pc:docMk/>
              <pc:sldMasterMk cId="4082366308" sldId="2147483648"/>
              <pc:sldLayoutMk cId="2792939452" sldId="2147483649"/>
              <ac:spMk id="4" creationId="{B083AE59-8E21-449F-86DA-5BE297010864}"/>
            </ac:spMkLst>
          </pc:spChg>
        </pc:sldLayoutChg>
        <pc:sldLayoutChg chg="addSp delSp modSp mod">
          <pc:chgData name="Stefannia Tasayco" userId="072a22e4-2104-4c8c-b416-a8e6a0e1c0b9" providerId="ADAL" clId="{4D11E0C6-27F8-4F56-86FF-F439AAE3AE4B}" dt="2026-03-15T01:16:05.338" v="331" actId="1036"/>
          <pc:sldLayoutMkLst>
            <pc:docMk/>
            <pc:sldMasterMk cId="4082366308" sldId="2147483648"/>
            <pc:sldLayoutMk cId="1906150733" sldId="2147483650"/>
          </pc:sldLayoutMkLst>
          <pc:spChg chg="mod">
            <ac:chgData name="Stefannia Tasayco" userId="072a22e4-2104-4c8c-b416-a8e6a0e1c0b9" providerId="ADAL" clId="{4D11E0C6-27F8-4F56-86FF-F439AAE3AE4B}" dt="2026-03-15T01:16:05.338" v="331" actId="1036"/>
            <ac:spMkLst>
              <pc:docMk/>
              <pc:sldMasterMk cId="4082366308" sldId="2147483648"/>
              <pc:sldLayoutMk cId="1906150733" sldId="2147483650"/>
              <ac:spMk id="2" creationId="{CAFE0F35-0AE7-48AB-9005-F1DB4BD0B473}"/>
            </ac:spMkLst>
          </pc:spChg>
          <pc:spChg chg="mod">
            <ac:chgData name="Stefannia Tasayco" userId="072a22e4-2104-4c8c-b416-a8e6a0e1c0b9" providerId="ADAL" clId="{4D11E0C6-27F8-4F56-86FF-F439AAE3AE4B}" dt="2026-03-15T01:15:58.720" v="321" actId="1036"/>
            <ac:spMkLst>
              <pc:docMk/>
              <pc:sldMasterMk cId="4082366308" sldId="2147483648"/>
              <pc:sldLayoutMk cId="1906150733" sldId="2147483650"/>
              <ac:spMk id="3" creationId="{4DDD4022-C31F-4C4C-B5BF-5F9730C08A00}"/>
            </ac:spMkLst>
          </pc:spChg>
          <pc:spChg chg="del">
            <ac:chgData name="Stefannia Tasayco" userId="072a22e4-2104-4c8c-b416-a8e6a0e1c0b9" providerId="ADAL" clId="{4D11E0C6-27F8-4F56-86FF-F439AAE3AE4B}" dt="2026-03-15T00:47:38.498" v="60"/>
            <ac:spMkLst>
              <pc:docMk/>
              <pc:sldMasterMk cId="4082366308" sldId="2147483648"/>
              <pc:sldLayoutMk cId="1906150733" sldId="2147483650"/>
              <ac:spMk id="4" creationId="{99A45EE9-11D3-436C-9D73-1AA6CCDB165F}"/>
            </ac:spMkLst>
          </pc:spChg>
          <pc:spChg chg="del">
            <ac:chgData name="Stefannia Tasayco" userId="072a22e4-2104-4c8c-b416-a8e6a0e1c0b9" providerId="ADAL" clId="{4D11E0C6-27F8-4F56-86FF-F439AAE3AE4B}" dt="2026-03-15T00:47:38.498" v="60"/>
            <ac:spMkLst>
              <pc:docMk/>
              <pc:sldMasterMk cId="4082366308" sldId="2147483648"/>
              <pc:sldLayoutMk cId="1906150733" sldId="2147483650"/>
              <ac:spMk id="5" creationId="{92817DCF-881F-4956-81AE-A6D27A88F4B6}"/>
            </ac:spMkLst>
          </pc:spChg>
          <pc:spChg chg="del">
            <ac:chgData name="Stefannia Tasayco" userId="072a22e4-2104-4c8c-b416-a8e6a0e1c0b9" providerId="ADAL" clId="{4D11E0C6-27F8-4F56-86FF-F439AAE3AE4B}" dt="2026-03-15T00:47:38.498" v="60"/>
            <ac:spMkLst>
              <pc:docMk/>
              <pc:sldMasterMk cId="4082366308" sldId="2147483648"/>
              <pc:sldLayoutMk cId="1906150733" sldId="2147483650"/>
              <ac:spMk id="6" creationId="{0A265F17-AD75-4B7E-970D-5D4DBD5D170C}"/>
            </ac:spMkLst>
          </pc:spChg>
          <pc:spChg chg="add mod">
            <ac:chgData name="Stefannia Tasayco" userId="072a22e4-2104-4c8c-b416-a8e6a0e1c0b9" providerId="ADAL" clId="{4D11E0C6-27F8-4F56-86FF-F439AAE3AE4B}" dt="2026-03-15T00:52:28.182" v="66"/>
            <ac:spMkLst>
              <pc:docMk/>
              <pc:sldMasterMk cId="4082366308" sldId="2147483648"/>
              <pc:sldLayoutMk cId="1906150733" sldId="2147483650"/>
              <ac:spMk id="7" creationId="{F541D2B2-B7EA-75B2-AE5E-F6BE0D431E1A}"/>
            </ac:spMkLst>
          </pc:spChg>
          <pc:spChg chg="add mod">
            <ac:chgData name="Stefannia Tasayco" userId="072a22e4-2104-4c8c-b416-a8e6a0e1c0b9" providerId="ADAL" clId="{4D11E0C6-27F8-4F56-86FF-F439AAE3AE4B}" dt="2026-03-15T00:47:39.224" v="61"/>
            <ac:spMkLst>
              <pc:docMk/>
              <pc:sldMasterMk cId="4082366308" sldId="2147483648"/>
              <pc:sldLayoutMk cId="1906150733" sldId="2147483650"/>
              <ac:spMk id="8" creationId="{3FF1C7C6-AF6C-E40A-94F6-1C001C18BA60}"/>
            </ac:spMkLst>
          </pc:spChg>
          <pc:spChg chg="add mod">
            <ac:chgData name="Stefannia Tasayco" userId="072a22e4-2104-4c8c-b416-a8e6a0e1c0b9" providerId="ADAL" clId="{4D11E0C6-27F8-4F56-86FF-F439AAE3AE4B}" dt="2026-03-15T00:47:39.224" v="61"/>
            <ac:spMkLst>
              <pc:docMk/>
              <pc:sldMasterMk cId="4082366308" sldId="2147483648"/>
              <pc:sldLayoutMk cId="1906150733" sldId="2147483650"/>
              <ac:spMk id="9" creationId="{615C2CCF-26D5-D13A-5F52-C045B09E9913}"/>
            </ac:spMkLst>
          </pc:spChg>
        </pc:sldLayoutChg>
        <pc:sldLayoutChg chg="modSp">
          <pc:chgData name="Stefannia Tasayco" userId="072a22e4-2104-4c8c-b416-a8e6a0e1c0b9" providerId="ADAL" clId="{4D11E0C6-27F8-4F56-86FF-F439AAE3AE4B}" dt="2026-03-15T00:52:28.182" v="66"/>
          <pc:sldLayoutMkLst>
            <pc:docMk/>
            <pc:sldMasterMk cId="4082366308" sldId="2147483648"/>
            <pc:sldLayoutMk cId="4163642189" sldId="2147483651"/>
          </pc:sldLayoutMkLst>
          <pc:spChg chg="mod">
            <ac:chgData name="Stefannia Tasayco" userId="072a22e4-2104-4c8c-b416-a8e6a0e1c0b9" providerId="ADAL" clId="{4D11E0C6-27F8-4F56-86FF-F439AAE3AE4B}" dt="2026-03-15T00:52:28.182" v="66"/>
            <ac:spMkLst>
              <pc:docMk/>
              <pc:sldMasterMk cId="4082366308" sldId="2147483648"/>
              <pc:sldLayoutMk cId="4163642189" sldId="2147483651"/>
              <ac:spMk id="4" creationId="{7C822993-6E28-44BB-B983-095B476B801A}"/>
            </ac:spMkLst>
          </pc:spChg>
        </pc:sldLayoutChg>
        <pc:sldLayoutChg chg="modSp">
          <pc:chgData name="Stefannia Tasayco" userId="072a22e4-2104-4c8c-b416-a8e6a0e1c0b9" providerId="ADAL" clId="{4D11E0C6-27F8-4F56-86FF-F439AAE3AE4B}" dt="2026-03-15T00:52:28.182" v="66"/>
          <pc:sldLayoutMkLst>
            <pc:docMk/>
            <pc:sldMasterMk cId="4082366308" sldId="2147483648"/>
            <pc:sldLayoutMk cId="3966436003" sldId="2147483652"/>
          </pc:sldLayoutMkLst>
          <pc:spChg chg="mod">
            <ac:chgData name="Stefannia Tasayco" userId="072a22e4-2104-4c8c-b416-a8e6a0e1c0b9" providerId="ADAL" clId="{4D11E0C6-27F8-4F56-86FF-F439AAE3AE4B}" dt="2026-03-15T00:52:28.182" v="66"/>
            <ac:spMkLst>
              <pc:docMk/>
              <pc:sldMasterMk cId="4082366308" sldId="2147483648"/>
              <pc:sldLayoutMk cId="3966436003" sldId="2147483652"/>
              <ac:spMk id="5" creationId="{68C50007-C799-4117-8ACD-5EE980E63F17}"/>
            </ac:spMkLst>
          </pc:spChg>
        </pc:sldLayoutChg>
        <pc:sldLayoutChg chg="modSp">
          <pc:chgData name="Stefannia Tasayco" userId="072a22e4-2104-4c8c-b416-a8e6a0e1c0b9" providerId="ADAL" clId="{4D11E0C6-27F8-4F56-86FF-F439AAE3AE4B}" dt="2026-03-15T00:52:28.182" v="66"/>
          <pc:sldLayoutMkLst>
            <pc:docMk/>
            <pc:sldMasterMk cId="4082366308" sldId="2147483648"/>
            <pc:sldLayoutMk cId="444478242" sldId="2147483653"/>
          </pc:sldLayoutMkLst>
          <pc:spChg chg="mod">
            <ac:chgData name="Stefannia Tasayco" userId="072a22e4-2104-4c8c-b416-a8e6a0e1c0b9" providerId="ADAL" clId="{4D11E0C6-27F8-4F56-86FF-F439AAE3AE4B}" dt="2026-03-15T00:52:28.182" v="66"/>
            <ac:spMkLst>
              <pc:docMk/>
              <pc:sldMasterMk cId="4082366308" sldId="2147483648"/>
              <pc:sldLayoutMk cId="444478242" sldId="2147483653"/>
              <ac:spMk id="7" creationId="{21A5ED06-FE54-4B86-A8D4-07D0EB08C3AB}"/>
            </ac:spMkLst>
          </pc:spChg>
        </pc:sldLayoutChg>
        <pc:sldLayoutChg chg="modSp">
          <pc:chgData name="Stefannia Tasayco" userId="072a22e4-2104-4c8c-b416-a8e6a0e1c0b9" providerId="ADAL" clId="{4D11E0C6-27F8-4F56-86FF-F439AAE3AE4B}" dt="2026-03-15T00:52:28.182" v="66"/>
          <pc:sldLayoutMkLst>
            <pc:docMk/>
            <pc:sldMasterMk cId="4082366308" sldId="2147483648"/>
            <pc:sldLayoutMk cId="4200054637" sldId="2147483654"/>
          </pc:sldLayoutMkLst>
          <pc:spChg chg="mod">
            <ac:chgData name="Stefannia Tasayco" userId="072a22e4-2104-4c8c-b416-a8e6a0e1c0b9" providerId="ADAL" clId="{4D11E0C6-27F8-4F56-86FF-F439AAE3AE4B}" dt="2026-03-15T00:52:28.182" v="66"/>
            <ac:spMkLst>
              <pc:docMk/>
              <pc:sldMasterMk cId="4082366308" sldId="2147483648"/>
              <pc:sldLayoutMk cId="4200054637" sldId="2147483654"/>
              <ac:spMk id="3" creationId="{F9E3617E-4B11-481F-AC6E-00031790294A}"/>
            </ac:spMkLst>
          </pc:spChg>
        </pc:sldLayoutChg>
        <pc:sldLayoutChg chg="modSp">
          <pc:chgData name="Stefannia Tasayco" userId="072a22e4-2104-4c8c-b416-a8e6a0e1c0b9" providerId="ADAL" clId="{4D11E0C6-27F8-4F56-86FF-F439AAE3AE4B}" dt="2026-03-15T00:52:28.182" v="66"/>
          <pc:sldLayoutMkLst>
            <pc:docMk/>
            <pc:sldMasterMk cId="4082366308" sldId="2147483648"/>
            <pc:sldLayoutMk cId="4115205137" sldId="2147483655"/>
          </pc:sldLayoutMkLst>
          <pc:spChg chg="mod">
            <ac:chgData name="Stefannia Tasayco" userId="072a22e4-2104-4c8c-b416-a8e6a0e1c0b9" providerId="ADAL" clId="{4D11E0C6-27F8-4F56-86FF-F439AAE3AE4B}" dt="2026-03-15T00:52:28.182" v="66"/>
            <ac:spMkLst>
              <pc:docMk/>
              <pc:sldMasterMk cId="4082366308" sldId="2147483648"/>
              <pc:sldLayoutMk cId="4115205137" sldId="2147483655"/>
              <ac:spMk id="2" creationId="{B8C9E28E-1389-47AF-B3EB-22571417ACBE}"/>
            </ac:spMkLst>
          </pc:spChg>
        </pc:sldLayoutChg>
        <pc:sldLayoutChg chg="modSp mod">
          <pc:chgData name="Stefannia Tasayco" userId="072a22e4-2104-4c8c-b416-a8e6a0e1c0b9" providerId="ADAL" clId="{4D11E0C6-27F8-4F56-86FF-F439AAE3AE4B}" dt="2026-03-15T00:57:18.964" v="253" actId="14100"/>
          <pc:sldLayoutMkLst>
            <pc:docMk/>
            <pc:sldMasterMk cId="4082366308" sldId="2147483648"/>
            <pc:sldLayoutMk cId="2543851996" sldId="2147483656"/>
          </pc:sldLayoutMkLst>
          <pc:spChg chg="mod">
            <ac:chgData name="Stefannia Tasayco" userId="072a22e4-2104-4c8c-b416-a8e6a0e1c0b9" providerId="ADAL" clId="{4D11E0C6-27F8-4F56-86FF-F439AAE3AE4B}" dt="2026-03-15T00:57:18.964" v="253" actId="14100"/>
            <ac:spMkLst>
              <pc:docMk/>
              <pc:sldMasterMk cId="4082366308" sldId="2147483648"/>
              <pc:sldLayoutMk cId="2543851996" sldId="2147483656"/>
              <ac:spMk id="2" creationId="{EB4EB55F-536E-4547-A5D2-0483FC3684CD}"/>
            </ac:spMkLst>
          </pc:spChg>
          <pc:spChg chg="mod">
            <ac:chgData name="Stefannia Tasayco" userId="072a22e4-2104-4c8c-b416-a8e6a0e1c0b9" providerId="ADAL" clId="{4D11E0C6-27F8-4F56-86FF-F439AAE3AE4B}" dt="2026-03-15T00:57:08.743" v="250" actId="1036"/>
            <ac:spMkLst>
              <pc:docMk/>
              <pc:sldMasterMk cId="4082366308" sldId="2147483648"/>
              <pc:sldLayoutMk cId="2543851996" sldId="2147483656"/>
              <ac:spMk id="3" creationId="{3D717D3C-533B-4EA9-886B-FAE59956C74C}"/>
            </ac:spMkLst>
          </pc:spChg>
          <pc:spChg chg="mod">
            <ac:chgData name="Stefannia Tasayco" userId="072a22e4-2104-4c8c-b416-a8e6a0e1c0b9" providerId="ADAL" clId="{4D11E0C6-27F8-4F56-86FF-F439AAE3AE4B}" dt="2026-03-15T00:57:13.392" v="251" actId="14100"/>
            <ac:spMkLst>
              <pc:docMk/>
              <pc:sldMasterMk cId="4082366308" sldId="2147483648"/>
              <pc:sldLayoutMk cId="2543851996" sldId="2147483656"/>
              <ac:spMk id="4" creationId="{2419D2E1-4B17-4608-961E-2C4719855E89}"/>
            </ac:spMkLst>
          </pc:spChg>
          <pc:spChg chg="mod">
            <ac:chgData name="Stefannia Tasayco" userId="072a22e4-2104-4c8c-b416-a8e6a0e1c0b9" providerId="ADAL" clId="{4D11E0C6-27F8-4F56-86FF-F439AAE3AE4B}" dt="2026-03-15T00:52:28.182" v="66"/>
            <ac:spMkLst>
              <pc:docMk/>
              <pc:sldMasterMk cId="4082366308" sldId="2147483648"/>
              <pc:sldLayoutMk cId="2543851996" sldId="2147483656"/>
              <ac:spMk id="5" creationId="{B75A3535-184C-438C-AE91-9C42B7C5AFB6}"/>
            </ac:spMkLst>
          </pc:spChg>
        </pc:sldLayoutChg>
        <pc:sldLayoutChg chg="modSp">
          <pc:chgData name="Stefannia Tasayco" userId="072a22e4-2104-4c8c-b416-a8e6a0e1c0b9" providerId="ADAL" clId="{4D11E0C6-27F8-4F56-86FF-F439AAE3AE4B}" dt="2026-03-15T00:52:28.182" v="66"/>
          <pc:sldLayoutMkLst>
            <pc:docMk/>
            <pc:sldMasterMk cId="4082366308" sldId="2147483648"/>
            <pc:sldLayoutMk cId="1918203549" sldId="2147483657"/>
          </pc:sldLayoutMkLst>
          <pc:spChg chg="mod">
            <ac:chgData name="Stefannia Tasayco" userId="072a22e4-2104-4c8c-b416-a8e6a0e1c0b9" providerId="ADAL" clId="{4D11E0C6-27F8-4F56-86FF-F439AAE3AE4B}" dt="2026-03-15T00:52:28.182" v="66"/>
            <ac:spMkLst>
              <pc:docMk/>
              <pc:sldMasterMk cId="4082366308" sldId="2147483648"/>
              <pc:sldLayoutMk cId="1918203549" sldId="2147483657"/>
              <ac:spMk id="5" creationId="{45E706DF-52A3-4F34-9BF5-E1ACD5D54283}"/>
            </ac:spMkLst>
          </pc:spChg>
        </pc:sldLayoutChg>
        <pc:sldLayoutChg chg="modSp">
          <pc:chgData name="Stefannia Tasayco" userId="072a22e4-2104-4c8c-b416-a8e6a0e1c0b9" providerId="ADAL" clId="{4D11E0C6-27F8-4F56-86FF-F439AAE3AE4B}" dt="2026-03-15T00:52:28.182" v="66"/>
          <pc:sldLayoutMkLst>
            <pc:docMk/>
            <pc:sldMasterMk cId="4082366308" sldId="2147483648"/>
            <pc:sldLayoutMk cId="2720738024" sldId="2147483658"/>
          </pc:sldLayoutMkLst>
          <pc:spChg chg="mod">
            <ac:chgData name="Stefannia Tasayco" userId="072a22e4-2104-4c8c-b416-a8e6a0e1c0b9" providerId="ADAL" clId="{4D11E0C6-27F8-4F56-86FF-F439AAE3AE4B}" dt="2026-03-15T00:52:28.182" v="66"/>
            <ac:spMkLst>
              <pc:docMk/>
              <pc:sldMasterMk cId="4082366308" sldId="2147483648"/>
              <pc:sldLayoutMk cId="2720738024" sldId="2147483658"/>
              <ac:spMk id="4" creationId="{4E7FD700-765A-4DE6-A8EC-9D9D92FCBB42}"/>
            </ac:spMkLst>
          </pc:spChg>
        </pc:sldLayoutChg>
        <pc:sldLayoutChg chg="modSp">
          <pc:chgData name="Stefannia Tasayco" userId="072a22e4-2104-4c8c-b416-a8e6a0e1c0b9" providerId="ADAL" clId="{4D11E0C6-27F8-4F56-86FF-F439AAE3AE4B}" dt="2026-03-15T00:52:28.182" v="66"/>
          <pc:sldLayoutMkLst>
            <pc:docMk/>
            <pc:sldMasterMk cId="4082366308" sldId="2147483648"/>
            <pc:sldLayoutMk cId="3395997385" sldId="2147483659"/>
          </pc:sldLayoutMkLst>
          <pc:spChg chg="mod">
            <ac:chgData name="Stefannia Tasayco" userId="072a22e4-2104-4c8c-b416-a8e6a0e1c0b9" providerId="ADAL" clId="{4D11E0C6-27F8-4F56-86FF-F439AAE3AE4B}" dt="2026-03-15T00:52:28.182" v="66"/>
            <ac:spMkLst>
              <pc:docMk/>
              <pc:sldMasterMk cId="4082366308" sldId="2147483648"/>
              <pc:sldLayoutMk cId="3395997385" sldId="2147483659"/>
              <ac:spMk id="4" creationId="{85B850CC-FB43-4988-8D4E-9C54C20185B4}"/>
            </ac:spMkLst>
          </pc:spChg>
        </pc:sldLayoutChg>
      </pc:sldMasterChg>
      <pc:sldMasterChg chg="new del mod addSldLayout delSldLayout">
        <pc:chgData name="Stefannia Tasayco" userId="072a22e4-2104-4c8c-b416-a8e6a0e1c0b9" providerId="ADAL" clId="{4D11E0C6-27F8-4F56-86FF-F439AAE3AE4B}" dt="2026-03-15T00:48:44.866" v="63" actId="6938"/>
        <pc:sldMasterMkLst>
          <pc:docMk/>
          <pc:sldMasterMk cId="1953024414" sldId="2147483660"/>
        </pc:sldMasterMkLst>
        <pc:sldLayoutChg chg="new del replId">
          <pc:chgData name="Stefannia Tasayco" userId="072a22e4-2104-4c8c-b416-a8e6a0e1c0b9" providerId="ADAL" clId="{4D11E0C6-27F8-4F56-86FF-F439AAE3AE4B}" dt="2026-03-15T00:48:44.866" v="63" actId="6938"/>
          <pc:sldLayoutMkLst>
            <pc:docMk/>
            <pc:sldMasterMk cId="1953024414" sldId="2147483660"/>
            <pc:sldLayoutMk cId="4036722925" sldId="2147483661"/>
          </pc:sldLayoutMkLst>
        </pc:sldLayoutChg>
        <pc:sldLayoutChg chg="new del replId">
          <pc:chgData name="Stefannia Tasayco" userId="072a22e4-2104-4c8c-b416-a8e6a0e1c0b9" providerId="ADAL" clId="{4D11E0C6-27F8-4F56-86FF-F439AAE3AE4B}" dt="2026-03-15T00:48:44.866" v="63" actId="6938"/>
          <pc:sldLayoutMkLst>
            <pc:docMk/>
            <pc:sldMasterMk cId="1953024414" sldId="2147483660"/>
            <pc:sldLayoutMk cId="3917787006" sldId="2147483662"/>
          </pc:sldLayoutMkLst>
        </pc:sldLayoutChg>
        <pc:sldLayoutChg chg="new del replId">
          <pc:chgData name="Stefannia Tasayco" userId="072a22e4-2104-4c8c-b416-a8e6a0e1c0b9" providerId="ADAL" clId="{4D11E0C6-27F8-4F56-86FF-F439AAE3AE4B}" dt="2026-03-15T00:48:44.866" v="63" actId="6938"/>
          <pc:sldLayoutMkLst>
            <pc:docMk/>
            <pc:sldMasterMk cId="1953024414" sldId="2147483660"/>
            <pc:sldLayoutMk cId="1110808057" sldId="2147483663"/>
          </pc:sldLayoutMkLst>
        </pc:sldLayoutChg>
        <pc:sldLayoutChg chg="new del replId">
          <pc:chgData name="Stefannia Tasayco" userId="072a22e4-2104-4c8c-b416-a8e6a0e1c0b9" providerId="ADAL" clId="{4D11E0C6-27F8-4F56-86FF-F439AAE3AE4B}" dt="2026-03-15T00:48:44.866" v="63" actId="6938"/>
          <pc:sldLayoutMkLst>
            <pc:docMk/>
            <pc:sldMasterMk cId="1953024414" sldId="2147483660"/>
            <pc:sldLayoutMk cId="1400033541" sldId="2147483664"/>
          </pc:sldLayoutMkLst>
        </pc:sldLayoutChg>
        <pc:sldLayoutChg chg="new del replId">
          <pc:chgData name="Stefannia Tasayco" userId="072a22e4-2104-4c8c-b416-a8e6a0e1c0b9" providerId="ADAL" clId="{4D11E0C6-27F8-4F56-86FF-F439AAE3AE4B}" dt="2026-03-15T00:48:44.866" v="63" actId="6938"/>
          <pc:sldLayoutMkLst>
            <pc:docMk/>
            <pc:sldMasterMk cId="1953024414" sldId="2147483660"/>
            <pc:sldLayoutMk cId="138182363" sldId="2147483665"/>
          </pc:sldLayoutMkLst>
        </pc:sldLayoutChg>
        <pc:sldLayoutChg chg="new del replId">
          <pc:chgData name="Stefannia Tasayco" userId="072a22e4-2104-4c8c-b416-a8e6a0e1c0b9" providerId="ADAL" clId="{4D11E0C6-27F8-4F56-86FF-F439AAE3AE4B}" dt="2026-03-15T00:48:44.866" v="63" actId="6938"/>
          <pc:sldLayoutMkLst>
            <pc:docMk/>
            <pc:sldMasterMk cId="1953024414" sldId="2147483660"/>
            <pc:sldLayoutMk cId="1928835060" sldId="2147483666"/>
          </pc:sldLayoutMkLst>
        </pc:sldLayoutChg>
        <pc:sldLayoutChg chg="new del replId">
          <pc:chgData name="Stefannia Tasayco" userId="072a22e4-2104-4c8c-b416-a8e6a0e1c0b9" providerId="ADAL" clId="{4D11E0C6-27F8-4F56-86FF-F439AAE3AE4B}" dt="2026-03-15T00:48:44.866" v="63" actId="6938"/>
          <pc:sldLayoutMkLst>
            <pc:docMk/>
            <pc:sldMasterMk cId="1953024414" sldId="2147483660"/>
            <pc:sldLayoutMk cId="3286932546" sldId="2147483667"/>
          </pc:sldLayoutMkLst>
        </pc:sldLayoutChg>
        <pc:sldLayoutChg chg="new del replId">
          <pc:chgData name="Stefannia Tasayco" userId="072a22e4-2104-4c8c-b416-a8e6a0e1c0b9" providerId="ADAL" clId="{4D11E0C6-27F8-4F56-86FF-F439AAE3AE4B}" dt="2026-03-15T00:48:44.866" v="63" actId="6938"/>
          <pc:sldLayoutMkLst>
            <pc:docMk/>
            <pc:sldMasterMk cId="1953024414" sldId="2147483660"/>
            <pc:sldLayoutMk cId="1881650547" sldId="2147483668"/>
          </pc:sldLayoutMkLst>
        </pc:sldLayoutChg>
        <pc:sldLayoutChg chg="new del replId">
          <pc:chgData name="Stefannia Tasayco" userId="072a22e4-2104-4c8c-b416-a8e6a0e1c0b9" providerId="ADAL" clId="{4D11E0C6-27F8-4F56-86FF-F439AAE3AE4B}" dt="2026-03-15T00:48:44.866" v="63" actId="6938"/>
          <pc:sldLayoutMkLst>
            <pc:docMk/>
            <pc:sldMasterMk cId="1953024414" sldId="2147483660"/>
            <pc:sldLayoutMk cId="502686065" sldId="2147483669"/>
          </pc:sldLayoutMkLst>
        </pc:sldLayoutChg>
        <pc:sldLayoutChg chg="new del replId">
          <pc:chgData name="Stefannia Tasayco" userId="072a22e4-2104-4c8c-b416-a8e6a0e1c0b9" providerId="ADAL" clId="{4D11E0C6-27F8-4F56-86FF-F439AAE3AE4B}" dt="2026-03-15T00:48:44.866" v="63" actId="6938"/>
          <pc:sldLayoutMkLst>
            <pc:docMk/>
            <pc:sldMasterMk cId="1953024414" sldId="2147483660"/>
            <pc:sldLayoutMk cId="1030108093" sldId="2147483670"/>
          </pc:sldLayoutMkLst>
        </pc:sldLayoutChg>
        <pc:sldLayoutChg chg="new del replId">
          <pc:chgData name="Stefannia Tasayco" userId="072a22e4-2104-4c8c-b416-a8e6a0e1c0b9" providerId="ADAL" clId="{4D11E0C6-27F8-4F56-86FF-F439AAE3AE4B}" dt="2026-03-15T00:48:44.866" v="63" actId="6938"/>
          <pc:sldLayoutMkLst>
            <pc:docMk/>
            <pc:sldMasterMk cId="1953024414" sldId="2147483660"/>
            <pc:sldLayoutMk cId="49527569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7C475-2EE1-45DB-87A1-AC32DFA55E5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7FA77-84E1-4AD8-93EE-176E72BB8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70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5693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72080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24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7474-823B-48E8-A178-386E6D02D7F9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939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76696"/>
            <a:ext cx="10241280" cy="12344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90794"/>
            <a:ext cx="10241280" cy="39593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1D2B2-B7EA-75B2-AE5E-F6BE0D431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14B8F-CE2D-424D-AF0A-C48024A68703}" type="datetime2">
              <a:rPr lang="en-US" smtClean="0"/>
              <a:t>Saturday, March 14, 2026</a:t>
            </a:fld>
            <a:endParaRPr lang="en-US" cap="al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1C7C6-AF6C-E40A-94F6-1C001C18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C2CCF-26D5-D13A-5F52-C045B09E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0615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95F7C-483B-45C6-BFC8-E460EFA96477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4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CF0B-5C8B-4F90-8DBC-1FCCD310983A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36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B7738-C0D5-4388-9F52-0B359ED750B3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47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62429-2491-4ED4-A083-0B70E5B2B9FF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5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B963C-D443-40F4-97CC-8FE4DEBBB582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0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18" y="41221"/>
            <a:ext cx="5243885" cy="1894511"/>
          </a:xfrm>
        </p:spPr>
        <p:txBody>
          <a:bodyPr anchor="b"/>
          <a:lstStyle>
            <a:lvl1pPr algn="ctr"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0944" y="271806"/>
            <a:ext cx="6050943" cy="581982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8518" y="2115047"/>
            <a:ext cx="5243885" cy="37460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85B7-E7DB-4BA4-A3F5-C5FE55B08F95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5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9A0C2-0448-4687-AEE4-71847FB40C42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0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4246E-588A-4761-B86F-31A92ABCD4D5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3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E9734-38C9-4A1D-A001-D47FFEDBBFBF}" type="datetime2">
              <a:rPr lang="en-US" smtClean="0"/>
              <a:t>Saturday, March 14,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6D14B8F-CE2D-424D-AF0A-C48024A68703}" type="datetime2">
              <a:rPr lang="en-US" smtClean="0"/>
              <a:t>Saturday, March 14, 2026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8236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6B142AE-7D78-1C40-8937-DDFF57E12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6739B41-1797-875D-104E-395C3B18F1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0D8F4B-56F8-BF86-93EA-A7780653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42271"/>
      </p:ext>
    </p:extLst>
  </p:cSld>
  <p:clrMapOvr>
    <a:masterClrMapping/>
  </p:clrMapOvr>
</p:sld>
</file>

<file path=ppt/theme/theme1.xml><?xml version="1.0" encoding="utf-8"?>
<a:theme xmlns:a="http://schemas.openxmlformats.org/drawingml/2006/main" name="my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Gradient rise</Template>
  <TotalTime>27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mytemplate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Stefannia Tasayco</dc:creator>
  <cp:lastModifiedBy>Stefannia Tasayco</cp:lastModifiedBy>
  <cp:revision>1</cp:revision>
  <dcterms:created xsi:type="dcterms:W3CDTF">2026-03-15T00:33:21Z</dcterms:created>
  <dcterms:modified xsi:type="dcterms:W3CDTF">2026-03-15T01:16:13Z</dcterms:modified>
</cp:coreProperties>
</file>